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48" r:id="rId3"/>
    <p:sldMasterId id="2147483716" r:id="rId4"/>
  </p:sldMasterIdLst>
  <p:notesMasterIdLst>
    <p:notesMasterId r:id="rId35"/>
  </p:notesMasterIdLst>
  <p:handoutMasterIdLst>
    <p:handoutMasterId r:id="rId36"/>
  </p:handoutMasterIdLst>
  <p:sldIdLst>
    <p:sldId id="355" r:id="rId5"/>
    <p:sldId id="257" r:id="rId6"/>
    <p:sldId id="476" r:id="rId7"/>
    <p:sldId id="474" r:id="rId8"/>
    <p:sldId id="475" r:id="rId9"/>
    <p:sldId id="477" r:id="rId10"/>
    <p:sldId id="467" r:id="rId11"/>
    <p:sldId id="258" r:id="rId12"/>
    <p:sldId id="473" r:id="rId13"/>
    <p:sldId id="464" r:id="rId14"/>
    <p:sldId id="468" r:id="rId15"/>
    <p:sldId id="472" r:id="rId16"/>
    <p:sldId id="469" r:id="rId17"/>
    <p:sldId id="483" r:id="rId18"/>
    <p:sldId id="484" r:id="rId19"/>
    <p:sldId id="485" r:id="rId20"/>
    <p:sldId id="478" r:id="rId21"/>
    <p:sldId id="486" r:id="rId22"/>
    <p:sldId id="470" r:id="rId23"/>
    <p:sldId id="466" r:id="rId24"/>
    <p:sldId id="465" r:id="rId25"/>
    <p:sldId id="276" r:id="rId26"/>
    <p:sldId id="487" r:id="rId27"/>
    <p:sldId id="488" r:id="rId28"/>
    <p:sldId id="489" r:id="rId29"/>
    <p:sldId id="490" r:id="rId30"/>
    <p:sldId id="480" r:id="rId31"/>
    <p:sldId id="279" r:id="rId32"/>
    <p:sldId id="491" r:id="rId33"/>
    <p:sldId id="280" r:id="rId34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C50A08-073A-EC6D-2BF6-8CF67E56BF3C}" name="Αναστασία Τοτοκώτση" initials="ΑΤ" userId="e573173050d2ff11" providerId="Windows Live"/>
  <p188:author id="{F061F4A8-950E-A679-5328-5A6972B5C382}" name="Eirini Triantafillidi" initials="ET" userId="36caae1d215baf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CA"/>
    <a:srgbClr val="0165BD"/>
    <a:srgbClr val="005293"/>
    <a:srgbClr val="D5FC79"/>
    <a:srgbClr val="FF5050"/>
    <a:srgbClr val="D5EDFF"/>
    <a:srgbClr val="FF33CC"/>
    <a:srgbClr val="CC0099"/>
    <a:srgbClr val="98C6EA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C990D-6F5E-DB47-A1C7-756BCA521B93}" v="2756" dt="2026-08-27T14:06:31.663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7"/>
    <p:restoredTop sz="77914"/>
  </p:normalViewPr>
  <p:slideViewPr>
    <p:cSldViewPr snapToGrid="0">
      <p:cViewPr>
        <p:scale>
          <a:sx n="111" d="100"/>
          <a:sy n="111" d="100"/>
        </p:scale>
        <p:origin x="1576" y="25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i Shrestha" userId="S::kriti.shrestha@tum.de::44305a42-5e89-4096-92bd-ddc422232380" providerId="AD" clId="Web-{5022E26B-67C8-F548-FA87-388775E40EC9}"/>
    <pc:docChg chg="modSld">
      <pc:chgData name="Kriti Shrestha" userId="S::kriti.shrestha@tum.de::44305a42-5e89-4096-92bd-ddc422232380" providerId="AD" clId="Web-{5022E26B-67C8-F548-FA87-388775E40EC9}" dt="2026-08-26T13:26:29.612" v="0" actId="1076"/>
      <pc:docMkLst>
        <pc:docMk/>
      </pc:docMkLst>
      <pc:sldChg chg="modSp">
        <pc:chgData name="Kriti Shrestha" userId="S::kriti.shrestha@tum.de::44305a42-5e89-4096-92bd-ddc422232380" providerId="AD" clId="Web-{5022E26B-67C8-F548-FA87-388775E40EC9}" dt="2026-08-26T13:26:29.612" v="0" actId="1076"/>
        <pc:sldMkLst>
          <pc:docMk/>
          <pc:sldMk cId="0" sldId="355"/>
        </pc:sldMkLst>
        <pc:spChg chg="mod">
          <ac:chgData name="Kriti Shrestha" userId="S::kriti.shrestha@tum.de::44305a42-5e89-4096-92bd-ddc422232380" providerId="AD" clId="Web-{5022E26B-67C8-F548-FA87-388775E40EC9}" dt="2026-08-26T13:26:29.612" v="0" actId="1076"/>
          <ac:spMkLst>
            <pc:docMk/>
            <pc:sldMk cId="0" sldId="355"/>
            <ac:spMk id="7" creationId="{822ACB1F-5E42-436B-5A02-831732316E77}"/>
          </ac:spMkLst>
        </pc:spChg>
      </pc:sldChg>
    </pc:docChg>
  </pc:docChgLst>
  <pc:docChgLst>
    <pc:chgData name="Xiaoting Deng" userId="e58b8c51-db4a-4117-98b8-e400834c19b4" providerId="ADAL" clId="{401B319E-10C8-4919-8164-307C1CF8D7A0}"/>
    <pc:docChg chg="modSld">
      <pc:chgData name="Xiaoting Deng" userId="e58b8c51-db4a-4117-98b8-e400834c19b4" providerId="ADAL" clId="{401B319E-10C8-4919-8164-307C1CF8D7A0}" dt="2026-08-27T11:24:13.701" v="1" actId="20577"/>
      <pc:docMkLst>
        <pc:docMk/>
      </pc:docMkLst>
      <pc:sldChg chg="modNotesTx">
        <pc:chgData name="Xiaoting Deng" userId="e58b8c51-db4a-4117-98b8-e400834c19b4" providerId="ADAL" clId="{401B319E-10C8-4919-8164-307C1CF8D7A0}" dt="2026-08-27T11:24:13.701" v="1" actId="20577"/>
        <pc:sldMkLst>
          <pc:docMk/>
          <pc:sldMk cId="0" sldId="355"/>
        </pc:sldMkLst>
      </pc:sldChg>
    </pc:docChg>
  </pc:docChgLst>
  <pc:docChgLst>
    <pc:chgData name="Kriti Shrestha" userId="S::kriti.shrestha@tum.de::44305a42-5e89-4096-92bd-ddc422232380" providerId="AD" clId="Web-{72BB26DF-34C8-58B4-5CDD-DE3E7CD5534E}"/>
    <pc:docChg chg="delSld modSld">
      <pc:chgData name="Kriti Shrestha" userId="S::kriti.shrestha@tum.de::44305a42-5e89-4096-92bd-ddc422232380" providerId="AD" clId="Web-{72BB26DF-34C8-58B4-5CDD-DE3E7CD5534E}" dt="2026-08-25T18:13:13.386" v="1"/>
      <pc:docMkLst>
        <pc:docMk/>
      </pc:docMkLst>
      <pc:sldChg chg="modSp">
        <pc:chgData name="Kriti Shrestha" userId="S::kriti.shrestha@tum.de::44305a42-5e89-4096-92bd-ddc422232380" providerId="AD" clId="Web-{72BB26DF-34C8-58B4-5CDD-DE3E7CD5534E}" dt="2026-08-25T18:10:57.272" v="0" actId="1076"/>
        <pc:sldMkLst>
          <pc:docMk/>
          <pc:sldMk cId="1755567243" sldId="474"/>
        </pc:sldMkLst>
        <pc:picChg chg="mod">
          <ac:chgData name="Kriti Shrestha" userId="S::kriti.shrestha@tum.de::44305a42-5e89-4096-92bd-ddc422232380" providerId="AD" clId="Web-{72BB26DF-34C8-58B4-5CDD-DE3E7CD5534E}" dt="2026-08-25T18:10:57.272" v="0" actId="1076"/>
          <ac:picMkLst>
            <pc:docMk/>
            <pc:sldMk cId="1755567243" sldId="474"/>
            <ac:picMk id="17" creationId="{62669F6B-DA43-4358-3ED5-F3B992698201}"/>
          </ac:picMkLst>
        </pc:picChg>
      </pc:sldChg>
    </pc:docChg>
  </pc:docChgLst>
  <pc:docChgLst>
    <pc:chgData name="Kriti Shrestha" userId="S::kriti.shrestha@tum.de::44305a42-5e89-4096-92bd-ddc422232380" providerId="AD" clId="Web-{00000000-0000-0000-0000-000000000000}"/>
    <pc:docChg chg="modSld">
      <pc:chgData name="Kriti Shrestha" userId="S::kriti.shrestha@tum.de::44305a42-5e89-4096-92bd-ddc422232380" providerId="AD" clId="Web-{00000000-0000-0000-0000-000000000000}" dt="2026-08-26T13:36:11.337" v="2"/>
      <pc:docMkLst>
        <pc:docMk/>
      </pc:docMkLst>
      <pc:sldChg chg="addSp delSp">
        <pc:chgData name="Kriti Shrestha" userId="S::kriti.shrestha@tum.de::44305a42-5e89-4096-92bd-ddc422232380" providerId="AD" clId="Web-{00000000-0000-0000-0000-000000000000}" dt="2026-08-26T13:36:11.337" v="2"/>
        <pc:sldMkLst>
          <pc:docMk/>
          <pc:sldMk cId="0" sldId="278"/>
        </pc:sldMkLst>
        <pc:spChg chg="add del">
          <ac:chgData name="Kriti Shrestha" userId="S::kriti.shrestha@tum.de::44305a42-5e89-4096-92bd-ddc422232380" providerId="AD" clId="Web-{00000000-0000-0000-0000-000000000000}" dt="2026-08-26T13:35:59.696" v="1"/>
          <ac:spMkLst>
            <pc:docMk/>
            <pc:sldMk cId="0" sldId="278"/>
            <ac:spMk id="4" creationId="{ACC993E3-DE2D-721D-1DF4-A72692FE9EDE}"/>
          </ac:spMkLst>
        </pc:spChg>
        <pc:inkChg chg="add">
          <ac:chgData name="Kriti Shrestha" userId="S::kriti.shrestha@tum.de::44305a42-5e89-4096-92bd-ddc422232380" providerId="AD" clId="Web-{00000000-0000-0000-0000-000000000000}" dt="2026-08-26T13:36:11.337" v="2"/>
          <ac:inkMkLst>
            <pc:docMk/>
            <pc:sldMk cId="0" sldId="278"/>
            <ac:inkMk id="7" creationId="{C7CB4525-63A9-83C8-217E-77106ECEECA1}"/>
          </ac:inkMkLst>
        </pc:inkChg>
      </pc:sldChg>
    </pc:docChg>
  </pc:docChgLst>
  <pc:docChgLst>
    <pc:chgData name="Xiaoting Deng" userId="e58b8c51-db4a-4117-98b8-e400834c19b4" providerId="ADAL" clId="{836F0A4E-8740-5374-98B6-5955A8BBE2E1}"/>
    <pc:docChg chg="undo custSel addSld delSld modSld sldOrd delMainMaster">
      <pc:chgData name="Xiaoting Deng" userId="e58b8c51-db4a-4117-98b8-e400834c19b4" providerId="ADAL" clId="{836F0A4E-8740-5374-98B6-5955A8BBE2E1}" dt="2026-08-27T14:07:07.627" v="17181" actId="1037"/>
      <pc:docMkLst>
        <pc:docMk/>
      </pc:docMkLst>
      <pc:sldChg chg="addSp delSp modSp add mod setBg modNotesTx">
        <pc:chgData name="Xiaoting Deng" userId="e58b8c51-db4a-4117-98b8-e400834c19b4" providerId="ADAL" clId="{836F0A4E-8740-5374-98B6-5955A8BBE2E1}" dt="2026-08-27T07:31:58.086" v="14059" actId="313"/>
        <pc:sldMkLst>
          <pc:docMk/>
          <pc:sldMk cId="1913870602" sldId="257"/>
        </pc:sldMkLst>
        <pc:spChg chg="mod">
          <ac:chgData name="Xiaoting Deng" userId="e58b8c51-db4a-4117-98b8-e400834c19b4" providerId="ADAL" clId="{836F0A4E-8740-5374-98B6-5955A8BBE2E1}" dt="2026-08-25T09:22:07.377" v="8305" actId="1076"/>
          <ac:spMkLst>
            <pc:docMk/>
            <pc:sldMk cId="1913870602" sldId="257"/>
            <ac:spMk id="2" creationId="{20F5CE0C-C582-453A-AAC0-BDC67C9DF4DC}"/>
          </ac:spMkLst>
        </pc:spChg>
        <pc:spChg chg="add mod">
          <ac:chgData name="Xiaoting Deng" userId="e58b8c51-db4a-4117-98b8-e400834c19b4" providerId="ADAL" clId="{836F0A4E-8740-5374-98B6-5955A8BBE2E1}" dt="2026-08-27T00:24:36.915" v="13641" actId="20577"/>
          <ac:spMkLst>
            <pc:docMk/>
            <pc:sldMk cId="1913870602" sldId="257"/>
            <ac:spMk id="27" creationId="{C2901CE4-0986-5B88-66EF-E18847D40F75}"/>
          </ac:spMkLst>
        </pc:spChg>
        <pc:spChg chg="add mod">
          <ac:chgData name="Xiaoting Deng" userId="e58b8c51-db4a-4117-98b8-e400834c19b4" providerId="ADAL" clId="{836F0A4E-8740-5374-98B6-5955A8BBE2E1}" dt="2026-08-25T10:14:49.742" v="9053" actId="1076"/>
          <ac:spMkLst>
            <pc:docMk/>
            <pc:sldMk cId="1913870602" sldId="257"/>
            <ac:spMk id="29" creationId="{05C36E7D-C13C-A16A-9198-56522D5CD534}"/>
          </ac:spMkLst>
        </pc:spChg>
        <pc:spChg chg="add mod">
          <ac:chgData name="Xiaoting Deng" userId="e58b8c51-db4a-4117-98b8-e400834c19b4" providerId="ADAL" clId="{836F0A4E-8740-5374-98B6-5955A8BBE2E1}" dt="2026-08-25T10:14:49.742" v="9053" actId="1076"/>
          <ac:spMkLst>
            <pc:docMk/>
            <pc:sldMk cId="1913870602" sldId="257"/>
            <ac:spMk id="30" creationId="{CAFCD51A-94D4-8D8F-4968-9A10C5F7BD57}"/>
          </ac:spMkLst>
        </pc:spChg>
        <pc:spChg chg="add mod">
          <ac:chgData name="Xiaoting Deng" userId="e58b8c51-db4a-4117-98b8-e400834c19b4" providerId="ADAL" clId="{836F0A4E-8740-5374-98B6-5955A8BBE2E1}" dt="2026-08-25T10:14:49.742" v="9053" actId="1076"/>
          <ac:spMkLst>
            <pc:docMk/>
            <pc:sldMk cId="1913870602" sldId="257"/>
            <ac:spMk id="31" creationId="{9A57E944-0301-CB82-FA2E-E784B4C1C3E3}"/>
          </ac:spMkLst>
        </pc:spChg>
        <pc:spChg chg="add mod">
          <ac:chgData name="Xiaoting Deng" userId="e58b8c51-db4a-4117-98b8-e400834c19b4" providerId="ADAL" clId="{836F0A4E-8740-5374-98B6-5955A8BBE2E1}" dt="2026-08-25T10:14:49.742" v="9053" actId="1076"/>
          <ac:spMkLst>
            <pc:docMk/>
            <pc:sldMk cId="1913870602" sldId="257"/>
            <ac:spMk id="32" creationId="{6ACB5A5D-9585-8FEB-541B-2AE52FBCA736}"/>
          </ac:spMkLst>
        </pc:spChg>
        <pc:spChg chg="add mod">
          <ac:chgData name="Xiaoting Deng" userId="e58b8c51-db4a-4117-98b8-e400834c19b4" providerId="ADAL" clId="{836F0A4E-8740-5374-98B6-5955A8BBE2E1}" dt="2026-08-25T10:14:49.742" v="9053" actId="1076"/>
          <ac:spMkLst>
            <pc:docMk/>
            <pc:sldMk cId="1913870602" sldId="257"/>
            <ac:spMk id="33" creationId="{66E07160-A99D-A3A1-3EE6-3DF47F1AB742}"/>
          </ac:spMkLst>
        </pc:spChg>
      </pc:sldChg>
      <pc:sldChg chg="addSp delSp modSp add mod setBg modNotesTx">
        <pc:chgData name="Xiaoting Deng" userId="e58b8c51-db4a-4117-98b8-e400834c19b4" providerId="ADAL" clId="{836F0A4E-8740-5374-98B6-5955A8BBE2E1}" dt="2026-08-27T08:53:02.758" v="14666" actId="20577"/>
        <pc:sldMkLst>
          <pc:docMk/>
          <pc:sldMk cId="749267272" sldId="258"/>
        </pc:sldMkLst>
        <pc:spChg chg="mod">
          <ac:chgData name="Xiaoting Deng" userId="e58b8c51-db4a-4117-98b8-e400834c19b4" providerId="ADAL" clId="{836F0A4E-8740-5374-98B6-5955A8BBE2E1}" dt="2026-08-23T17:23:53.134" v="3550" actId="21"/>
          <ac:spMkLst>
            <pc:docMk/>
            <pc:sldMk cId="749267272" sldId="258"/>
            <ac:spMk id="2" creationId="{CEC4404E-CC6B-427F-8E6D-1B8C856AE9C4}"/>
          </ac:spMkLst>
        </pc:spChg>
        <pc:spChg chg="add mod">
          <ac:chgData name="Xiaoting Deng" userId="e58b8c51-db4a-4117-98b8-e400834c19b4" providerId="ADAL" clId="{836F0A4E-8740-5374-98B6-5955A8BBE2E1}" dt="2026-08-25T10:01:40.611" v="8840" actId="20577"/>
          <ac:spMkLst>
            <pc:docMk/>
            <pc:sldMk cId="749267272" sldId="258"/>
            <ac:spMk id="3" creationId="{73F30C7A-F1D8-B25C-89A2-220F1667FA59}"/>
          </ac:spMkLst>
        </pc:spChg>
        <pc:spChg chg="add mod">
          <ac:chgData name="Xiaoting Deng" userId="e58b8c51-db4a-4117-98b8-e400834c19b4" providerId="ADAL" clId="{836F0A4E-8740-5374-98B6-5955A8BBE2E1}" dt="2026-08-27T00:45:05.761" v="13936" actId="20577"/>
          <ac:spMkLst>
            <pc:docMk/>
            <pc:sldMk cId="749267272" sldId="258"/>
            <ac:spMk id="5" creationId="{E504A17A-3D65-5B9C-F644-785428B06522}"/>
          </ac:spMkLst>
        </pc:spChg>
        <pc:spChg chg="add mod">
          <ac:chgData name="Xiaoting Deng" userId="e58b8c51-db4a-4117-98b8-e400834c19b4" providerId="ADAL" clId="{836F0A4E-8740-5374-98B6-5955A8BBE2E1}" dt="2026-08-27T00:43:19.277" v="13831" actId="20577"/>
          <ac:spMkLst>
            <pc:docMk/>
            <pc:sldMk cId="749267272" sldId="258"/>
            <ac:spMk id="6" creationId="{F16259F3-7E1A-AD53-6125-2025048A82D4}"/>
          </ac:spMkLst>
        </pc:spChg>
        <pc:spChg chg="add mod">
          <ac:chgData name="Xiaoting Deng" userId="e58b8c51-db4a-4117-98b8-e400834c19b4" providerId="ADAL" clId="{836F0A4E-8740-5374-98B6-5955A8BBE2E1}" dt="2026-08-27T00:43:47.632" v="13870" actId="1076"/>
          <ac:spMkLst>
            <pc:docMk/>
            <pc:sldMk cId="749267272" sldId="258"/>
            <ac:spMk id="7" creationId="{68EA4E7F-DE05-06D4-5EF3-47E10B6539E6}"/>
          </ac:spMkLst>
        </pc:spChg>
        <pc:spChg chg="del mod">
          <ac:chgData name="Xiaoting Deng" userId="e58b8c51-db4a-4117-98b8-e400834c19b4" providerId="ADAL" clId="{836F0A4E-8740-5374-98B6-5955A8BBE2E1}" dt="2026-08-27T00:45:35.944" v="13938" actId="478"/>
          <ac:spMkLst>
            <pc:docMk/>
            <pc:sldMk cId="749267272" sldId="258"/>
            <ac:spMk id="17" creationId="{1E49AE5E-2879-4955-9457-155573C2BF67}"/>
          </ac:spMkLst>
        </pc:spChg>
        <pc:spChg chg="add mod">
          <ac:chgData name="Xiaoting Deng" userId="e58b8c51-db4a-4117-98b8-e400834c19b4" providerId="ADAL" clId="{836F0A4E-8740-5374-98B6-5955A8BBE2E1}" dt="2026-08-27T00:55:45.416" v="14012" actId="20577"/>
          <ac:spMkLst>
            <pc:docMk/>
            <pc:sldMk cId="749267272" sldId="258"/>
            <ac:spMk id="25" creationId="{F528D09B-1749-B2F1-587D-EAB19CF8B8B2}"/>
          </ac:spMkLst>
        </pc:spChg>
        <pc:spChg chg="add mod">
          <ac:chgData name="Xiaoting Deng" userId="e58b8c51-db4a-4117-98b8-e400834c19b4" providerId="ADAL" clId="{836F0A4E-8740-5374-98B6-5955A8BBE2E1}" dt="2026-08-25T12:44:39.895" v="10972" actId="20577"/>
          <ac:spMkLst>
            <pc:docMk/>
            <pc:sldMk cId="749267272" sldId="258"/>
            <ac:spMk id="26" creationId="{F37C3A12-CB71-F848-7E0A-2D5B6B09E37A}"/>
          </ac:spMkLst>
        </pc:spChg>
        <pc:spChg chg="add mod">
          <ac:chgData name="Xiaoting Deng" userId="e58b8c51-db4a-4117-98b8-e400834c19b4" providerId="ADAL" clId="{836F0A4E-8740-5374-98B6-5955A8BBE2E1}" dt="2026-08-23T17:50:29.602" v="3958"/>
          <ac:spMkLst>
            <pc:docMk/>
            <pc:sldMk cId="749267272" sldId="258"/>
            <ac:spMk id="28" creationId="{C41291A5-D465-39D1-0476-F222C7E30801}"/>
          </ac:spMkLst>
        </pc:spChg>
        <pc:spChg chg="add mod">
          <ac:chgData name="Xiaoting Deng" userId="e58b8c51-db4a-4117-98b8-e400834c19b4" providerId="ADAL" clId="{836F0A4E-8740-5374-98B6-5955A8BBE2E1}" dt="2026-08-27T00:55:56.509" v="14013" actId="14100"/>
          <ac:spMkLst>
            <pc:docMk/>
            <pc:sldMk cId="749267272" sldId="258"/>
            <ac:spMk id="29" creationId="{F2A1214A-BE8D-D9A4-51FE-4769CA9DB8CE}"/>
          </ac:spMkLst>
        </pc:spChg>
        <pc:picChg chg="add mod">
          <ac:chgData name="Xiaoting Deng" userId="e58b8c51-db4a-4117-98b8-e400834c19b4" providerId="ADAL" clId="{836F0A4E-8740-5374-98B6-5955A8BBE2E1}" dt="2026-08-27T00:45:02.678" v="13930" actId="1076"/>
          <ac:picMkLst>
            <pc:docMk/>
            <pc:sldMk cId="749267272" sldId="258"/>
            <ac:picMk id="4" creationId="{29DF82C4-1B16-360E-9BC5-F9C8B64F7428}"/>
          </ac:picMkLst>
        </pc:picChg>
        <pc:picChg chg="mod">
          <ac:chgData name="Xiaoting Deng" userId="e58b8c51-db4a-4117-98b8-e400834c19b4" providerId="ADAL" clId="{836F0A4E-8740-5374-98B6-5955A8BBE2E1}" dt="2026-08-27T00:42:53.910" v="13818" actId="1076"/>
          <ac:picMkLst>
            <pc:docMk/>
            <pc:sldMk cId="749267272" sldId="258"/>
            <ac:picMk id="24" creationId="{00000000-0000-0000-0000-000000000000}"/>
          </ac:picMkLst>
        </pc:picChg>
      </pc:sldChg>
      <pc:sldChg chg="addSp delSp modSp add del mod">
        <pc:chgData name="Xiaoting Deng" userId="e58b8c51-db4a-4117-98b8-e400834c19b4" providerId="ADAL" clId="{836F0A4E-8740-5374-98B6-5955A8BBE2E1}" dt="2026-08-26T13:31:53.006" v="12585" actId="2696"/>
        <pc:sldMkLst>
          <pc:docMk/>
          <pc:sldMk cId="0" sldId="267"/>
        </pc:sldMkLst>
      </pc:sldChg>
      <pc:sldChg chg="addSp delSp modSp add del mod">
        <pc:chgData name="Xiaoting Deng" userId="e58b8c51-db4a-4117-98b8-e400834c19b4" providerId="ADAL" clId="{836F0A4E-8740-5374-98B6-5955A8BBE2E1}" dt="2026-08-26T13:32:20.875" v="12588" actId="2696"/>
        <pc:sldMkLst>
          <pc:docMk/>
          <pc:sldMk cId="0" sldId="269"/>
        </pc:sldMkLst>
      </pc:sldChg>
      <pc:sldChg chg="addSp delSp modSp add del mod">
        <pc:chgData name="Xiaoting Deng" userId="e58b8c51-db4a-4117-98b8-e400834c19b4" providerId="ADAL" clId="{836F0A4E-8740-5374-98B6-5955A8BBE2E1}" dt="2026-08-26T13:32:59.218" v="12590" actId="2696"/>
        <pc:sldMkLst>
          <pc:docMk/>
          <pc:sldMk cId="0" sldId="272"/>
        </pc:sldMkLst>
      </pc:sldChg>
      <pc:sldChg chg="addSp delSp modSp add del mod">
        <pc:chgData name="Xiaoting Deng" userId="e58b8c51-db4a-4117-98b8-e400834c19b4" providerId="ADAL" clId="{836F0A4E-8740-5374-98B6-5955A8BBE2E1}" dt="2026-08-26T13:32:59.218" v="12590" actId="2696"/>
        <pc:sldMkLst>
          <pc:docMk/>
          <pc:sldMk cId="0" sldId="273"/>
        </pc:sldMkLst>
      </pc:sldChg>
      <pc:sldChg chg="addSp delSp modSp add del mod">
        <pc:chgData name="Xiaoting Deng" userId="e58b8c51-db4a-4117-98b8-e400834c19b4" providerId="ADAL" clId="{836F0A4E-8740-5374-98B6-5955A8BBE2E1}" dt="2026-08-26T13:32:59.218" v="12590" actId="2696"/>
        <pc:sldMkLst>
          <pc:docMk/>
          <pc:sldMk cId="0" sldId="274"/>
        </pc:sldMkLst>
      </pc:sldChg>
      <pc:sldChg chg="addSp delSp modSp add mod ord modNotes modNotesTx">
        <pc:chgData name="Xiaoting Deng" userId="e58b8c51-db4a-4117-98b8-e400834c19b4" providerId="ADAL" clId="{836F0A4E-8740-5374-98B6-5955A8BBE2E1}" dt="2026-08-27T14:07:07.627" v="17181" actId="1037"/>
        <pc:sldMkLst>
          <pc:docMk/>
          <pc:sldMk cId="0" sldId="276"/>
        </pc:sldMkLst>
        <pc:spChg chg="mod">
          <ac:chgData name="Xiaoting Deng" userId="e58b8c51-db4a-4117-98b8-e400834c19b4" providerId="ADAL" clId="{836F0A4E-8740-5374-98B6-5955A8BBE2E1}" dt="2026-08-27T14:07:07.627" v="17181" actId="103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Xiaoting Deng" userId="e58b8c51-db4a-4117-98b8-e400834c19b4" providerId="ADAL" clId="{836F0A4E-8740-5374-98B6-5955A8BBE2E1}" dt="2026-08-27T00:28:42.885" v="13698" actId="478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Xiaoting Deng" userId="e58b8c51-db4a-4117-98b8-e400834c19b4" providerId="ADAL" clId="{836F0A4E-8740-5374-98B6-5955A8BBE2E1}" dt="2026-08-27T14:06:48.580" v="17166" actId="1076"/>
          <ac:spMkLst>
            <pc:docMk/>
            <pc:sldMk cId="0" sldId="276"/>
            <ac:spMk id="4" creationId="{9C5F318D-2016-3333-A621-1CBE9E544603}"/>
          </ac:spMkLst>
        </pc:spChg>
        <pc:spChg chg="add del mod">
          <ac:chgData name="Xiaoting Deng" userId="e58b8c51-db4a-4117-98b8-e400834c19b4" providerId="ADAL" clId="{836F0A4E-8740-5374-98B6-5955A8BBE2E1}" dt="2026-08-27T00:13:27.296" v="13528" actId="478"/>
          <ac:spMkLst>
            <pc:docMk/>
            <pc:sldMk cId="0" sldId="276"/>
            <ac:spMk id="6" creationId="{D624A4B3-7534-E20C-1063-2AC55D600A04}"/>
          </ac:spMkLst>
        </pc:spChg>
        <pc:spChg chg="add mod">
          <ac:chgData name="Xiaoting Deng" userId="e58b8c51-db4a-4117-98b8-e400834c19b4" providerId="ADAL" clId="{836F0A4E-8740-5374-98B6-5955A8BBE2E1}" dt="2026-08-27T14:07:07.627" v="17181" actId="1037"/>
          <ac:spMkLst>
            <pc:docMk/>
            <pc:sldMk cId="0" sldId="276"/>
            <ac:spMk id="8" creationId="{5D8B507D-0C6C-E0D7-BED5-D0EE10A9CF7A}"/>
          </ac:spMkLst>
        </pc:spChg>
        <pc:spChg chg="add mod">
          <ac:chgData name="Xiaoting Deng" userId="e58b8c51-db4a-4117-98b8-e400834c19b4" providerId="ADAL" clId="{836F0A4E-8740-5374-98B6-5955A8BBE2E1}" dt="2026-08-27T14:07:07.627" v="17181" actId="1037"/>
          <ac:spMkLst>
            <pc:docMk/>
            <pc:sldMk cId="0" sldId="276"/>
            <ac:spMk id="9" creationId="{8F2FBBFB-1A7A-FC45-6BAB-54780D0D2AC7}"/>
          </ac:spMkLst>
        </pc:spChg>
        <pc:spChg chg="add del mod">
          <ac:chgData name="Xiaoting Deng" userId="e58b8c51-db4a-4117-98b8-e400834c19b4" providerId="ADAL" clId="{836F0A4E-8740-5374-98B6-5955A8BBE2E1}" dt="2026-08-27T00:17:54.884" v="13559" actId="478"/>
          <ac:spMkLst>
            <pc:docMk/>
            <pc:sldMk cId="0" sldId="276"/>
            <ac:spMk id="10" creationId="{534F7731-0048-0971-1A93-8D1C84157CEB}"/>
          </ac:spMkLst>
        </pc:spChg>
        <pc:spChg chg="add del mod">
          <ac:chgData name="Xiaoting Deng" userId="e58b8c51-db4a-4117-98b8-e400834c19b4" providerId="ADAL" clId="{836F0A4E-8740-5374-98B6-5955A8BBE2E1}" dt="2026-08-27T00:36:51.547" v="13749" actId="478"/>
          <ac:spMkLst>
            <pc:docMk/>
            <pc:sldMk cId="0" sldId="276"/>
            <ac:spMk id="11" creationId="{C60A6D0A-5CDF-7CC5-BFE4-4EA0832DC282}"/>
          </ac:spMkLst>
        </pc:spChg>
        <pc:spChg chg="add del mod">
          <ac:chgData name="Xiaoting Deng" userId="e58b8c51-db4a-4117-98b8-e400834c19b4" providerId="ADAL" clId="{836F0A4E-8740-5374-98B6-5955A8BBE2E1}" dt="2026-08-27T00:31:17.309" v="13727" actId="478"/>
          <ac:spMkLst>
            <pc:docMk/>
            <pc:sldMk cId="0" sldId="276"/>
            <ac:spMk id="12" creationId="{E990528F-E76E-0A55-C012-8AA99EE9D41B}"/>
          </ac:spMkLst>
        </pc:spChg>
        <pc:spChg chg="add mod">
          <ac:chgData name="Xiaoting Deng" userId="e58b8c51-db4a-4117-98b8-e400834c19b4" providerId="ADAL" clId="{836F0A4E-8740-5374-98B6-5955A8BBE2E1}" dt="2026-08-27T14:07:07.627" v="17181" actId="1037"/>
          <ac:spMkLst>
            <pc:docMk/>
            <pc:sldMk cId="0" sldId="276"/>
            <ac:spMk id="13" creationId="{638082FD-73B5-E291-0A86-EF384DC03776}"/>
          </ac:spMkLst>
        </pc:spChg>
        <pc:spChg chg="add del mod">
          <ac:chgData name="Xiaoting Deng" userId="e58b8c51-db4a-4117-98b8-e400834c19b4" providerId="ADAL" clId="{836F0A4E-8740-5374-98B6-5955A8BBE2E1}" dt="2026-08-27T00:17:45.387" v="13556" actId="478"/>
          <ac:spMkLst>
            <pc:docMk/>
            <pc:sldMk cId="0" sldId="276"/>
            <ac:spMk id="14" creationId="{906D642F-20EC-9148-7EAD-C8D62A8A3736}"/>
          </ac:spMkLst>
        </pc:spChg>
        <pc:spChg chg="add del mod">
          <ac:chgData name="Xiaoting Deng" userId="e58b8c51-db4a-4117-98b8-e400834c19b4" providerId="ADAL" clId="{836F0A4E-8740-5374-98B6-5955A8BBE2E1}" dt="2026-08-27T00:28:45.381" v="13699" actId="478"/>
          <ac:spMkLst>
            <pc:docMk/>
            <pc:sldMk cId="0" sldId="276"/>
            <ac:spMk id="16" creationId="{BCDA851D-B1C6-DC24-920E-FB128BB08C23}"/>
          </ac:spMkLst>
        </pc:spChg>
        <pc:spChg chg="add mod">
          <ac:chgData name="Xiaoting Deng" userId="e58b8c51-db4a-4117-98b8-e400834c19b4" providerId="ADAL" clId="{836F0A4E-8740-5374-98B6-5955A8BBE2E1}" dt="2026-08-27T14:07:07.627" v="17181" actId="1037"/>
          <ac:spMkLst>
            <pc:docMk/>
            <pc:sldMk cId="0" sldId="276"/>
            <ac:spMk id="17" creationId="{F352A607-8987-1897-11FE-DE7E5EEFC7D8}"/>
          </ac:spMkLst>
        </pc:spChg>
        <pc:picChg chg="add del mod">
          <ac:chgData name="Xiaoting Deng" userId="e58b8c51-db4a-4117-98b8-e400834c19b4" providerId="ADAL" clId="{836F0A4E-8740-5374-98B6-5955A8BBE2E1}" dt="2026-08-27T00:33:28.350" v="13745" actId="478"/>
          <ac:picMkLst>
            <pc:docMk/>
            <pc:sldMk cId="0" sldId="276"/>
            <ac:picMk id="7" creationId="{18A7DCA2-F516-5E67-4F18-7122CBADDDAC}"/>
          </ac:picMkLst>
        </pc:picChg>
      </pc:sldChg>
      <pc:sldChg chg="addSp delSp modSp add del mod ord">
        <pc:chgData name="Xiaoting Deng" userId="e58b8c51-db4a-4117-98b8-e400834c19b4" providerId="ADAL" clId="{836F0A4E-8740-5374-98B6-5955A8BBE2E1}" dt="2026-08-26T13:33:09.459" v="12592" actId="2696"/>
        <pc:sldMkLst>
          <pc:docMk/>
          <pc:sldMk cId="0" sldId="277"/>
        </pc:sldMkLst>
      </pc:sldChg>
      <pc:sldChg chg="addSp delSp modSp add del mod">
        <pc:chgData name="Xiaoting Deng" userId="e58b8c51-db4a-4117-98b8-e400834c19b4" providerId="ADAL" clId="{836F0A4E-8740-5374-98B6-5955A8BBE2E1}" dt="2026-08-27T00:26:03.992" v="13670" actId="2696"/>
        <pc:sldMkLst>
          <pc:docMk/>
          <pc:sldMk cId="0" sldId="278"/>
        </pc:sldMkLst>
        <pc:spChg chg="add mod">
          <ac:chgData name="Xiaoting Deng" userId="e58b8c51-db4a-4117-98b8-e400834c19b4" providerId="ADAL" clId="{836F0A4E-8740-5374-98B6-5955A8BBE2E1}" dt="2026-08-27T00:25:39.468" v="13663" actId="1076"/>
          <ac:spMkLst>
            <pc:docMk/>
            <pc:sldMk cId="0" sldId="278"/>
            <ac:spMk id="10" creationId="{258E5E47-C056-0E08-934F-1DF18D436481}"/>
          </ac:spMkLst>
        </pc:spChg>
        <pc:inkChg chg="del">
          <ac:chgData name="Xiaoting Deng" userId="e58b8c51-db4a-4117-98b8-e400834c19b4" providerId="ADAL" clId="{836F0A4E-8740-5374-98B6-5955A8BBE2E1}" dt="2026-08-26T23:08:05.795" v="12755" actId="478"/>
          <ac:inkMkLst>
            <pc:docMk/>
            <pc:sldMk cId="0" sldId="278"/>
            <ac:inkMk id="7" creationId="{C7CB4525-63A9-83C8-217E-77106ECEECA1}"/>
          </ac:inkMkLst>
        </pc:inkChg>
      </pc:sldChg>
      <pc:sldChg chg="addSp delSp modSp add mod">
        <pc:chgData name="Xiaoting Deng" userId="e58b8c51-db4a-4117-98b8-e400834c19b4" providerId="ADAL" clId="{836F0A4E-8740-5374-98B6-5955A8BBE2E1}" dt="2026-08-27T07:29:51.676" v="14029" actId="404"/>
        <pc:sldMkLst>
          <pc:docMk/>
          <pc:sldMk cId="0" sldId="279"/>
        </pc:sldMkLst>
        <pc:spChg chg="mod">
          <ac:chgData name="Xiaoting Deng" userId="e58b8c51-db4a-4117-98b8-e400834c19b4" providerId="ADAL" clId="{836F0A4E-8740-5374-98B6-5955A8BBE2E1}" dt="2026-08-27T07:29:47.158" v="14027" actId="404"/>
          <ac:spMkLst>
            <pc:docMk/>
            <pc:sldMk cId="0" sldId="279"/>
            <ac:spMk id="2" creationId="{00000000-0000-0000-0000-000000000000}"/>
          </ac:spMkLst>
        </pc:spChg>
        <pc:spChg chg="mod">
          <ac:chgData name="Xiaoting Deng" userId="e58b8c51-db4a-4117-98b8-e400834c19b4" providerId="ADAL" clId="{836F0A4E-8740-5374-98B6-5955A8BBE2E1}" dt="2026-08-27T07:29:51.676" v="14029" actId="404"/>
          <ac:spMkLst>
            <pc:docMk/>
            <pc:sldMk cId="0" sldId="279"/>
            <ac:spMk id="3" creationId="{00000000-0000-0000-0000-000000000000}"/>
          </ac:spMkLst>
        </pc:spChg>
        <pc:spChg chg="add mod">
          <ac:chgData name="Xiaoting Deng" userId="e58b8c51-db4a-4117-98b8-e400834c19b4" providerId="ADAL" clId="{836F0A4E-8740-5374-98B6-5955A8BBE2E1}" dt="2026-08-27T00:24:52.538" v="13655" actId="20577"/>
          <ac:spMkLst>
            <pc:docMk/>
            <pc:sldMk cId="0" sldId="279"/>
            <ac:spMk id="4" creationId="{F7529552-7482-A65E-A267-24E495304343}"/>
          </ac:spMkLst>
        </pc:spChg>
        <pc:spChg chg="add mod">
          <ac:chgData name="Xiaoting Deng" userId="e58b8c51-db4a-4117-98b8-e400834c19b4" providerId="ADAL" clId="{836F0A4E-8740-5374-98B6-5955A8BBE2E1}" dt="2026-08-27T07:29:44.570" v="14026" actId="404"/>
          <ac:spMkLst>
            <pc:docMk/>
            <pc:sldMk cId="0" sldId="279"/>
            <ac:spMk id="6" creationId="{5A9FDDF5-FD53-EB31-8EFF-8CA9BABE9AC5}"/>
          </ac:spMkLst>
        </pc:spChg>
        <pc:spChg chg="add mod">
          <ac:chgData name="Xiaoting Deng" userId="e58b8c51-db4a-4117-98b8-e400834c19b4" providerId="ADAL" clId="{836F0A4E-8740-5374-98B6-5955A8BBE2E1}" dt="2026-08-27T07:29:51.676" v="14029" actId="404"/>
          <ac:spMkLst>
            <pc:docMk/>
            <pc:sldMk cId="0" sldId="279"/>
            <ac:spMk id="7" creationId="{4969E9D5-80C0-08F6-0498-F019A313A205}"/>
          </ac:spMkLst>
        </pc:spChg>
      </pc:sldChg>
      <pc:sldChg chg="addSp delSp modSp add del mod setBg">
        <pc:chgData name="Xiaoting Deng" userId="e58b8c51-db4a-4117-98b8-e400834c19b4" providerId="ADAL" clId="{836F0A4E-8740-5374-98B6-5955A8BBE2E1}" dt="2026-08-27T12:31:45.798" v="16510" actId="404"/>
        <pc:sldMkLst>
          <pc:docMk/>
          <pc:sldMk cId="809131802" sldId="280"/>
        </pc:sldMkLst>
        <pc:spChg chg="del mod">
          <ac:chgData name="Xiaoting Deng" userId="e58b8c51-db4a-4117-98b8-e400834c19b4" providerId="ADAL" clId="{836F0A4E-8740-5374-98B6-5955A8BBE2E1}" dt="2026-08-27T12:30:53.636" v="16492" actId="478"/>
          <ac:spMkLst>
            <pc:docMk/>
            <pc:sldMk cId="809131802" sldId="280"/>
            <ac:spMk id="3" creationId="{ECE23BBB-30D8-4685-9E0B-AF7E1F0DDE49}"/>
          </ac:spMkLst>
        </pc:spChg>
        <pc:spChg chg="add mod">
          <ac:chgData name="Xiaoting Deng" userId="e58b8c51-db4a-4117-98b8-e400834c19b4" providerId="ADAL" clId="{836F0A4E-8740-5374-98B6-5955A8BBE2E1}" dt="2026-08-27T12:31:45.798" v="16510" actId="404"/>
          <ac:spMkLst>
            <pc:docMk/>
            <pc:sldMk cId="809131802" sldId="280"/>
            <ac:spMk id="6" creationId="{27A70981-FC1A-E86E-2EA9-1214D9B36642}"/>
          </ac:spMkLst>
        </pc:spChg>
        <pc:spChg chg="del">
          <ac:chgData name="Xiaoting Deng" userId="e58b8c51-db4a-4117-98b8-e400834c19b4" providerId="ADAL" clId="{836F0A4E-8740-5374-98B6-5955A8BBE2E1}" dt="2026-08-27T12:30:20.020" v="16472" actId="478"/>
          <ac:spMkLst>
            <pc:docMk/>
            <pc:sldMk cId="809131802" sldId="280"/>
            <ac:spMk id="7" creationId="{3DF66908-6410-4647-BBE8-CEAA4DA7D8BF}"/>
          </ac:spMkLst>
        </pc:spChg>
        <pc:spChg chg="mod">
          <ac:chgData name="Xiaoting Deng" userId="e58b8c51-db4a-4117-98b8-e400834c19b4" providerId="ADAL" clId="{836F0A4E-8740-5374-98B6-5955A8BBE2E1}" dt="2026-08-27T12:30:44.982" v="16491" actId="404"/>
          <ac:spMkLst>
            <pc:docMk/>
            <pc:sldMk cId="809131802" sldId="280"/>
            <ac:spMk id="9" creationId="{684CA858-B343-48A2-BD87-BEC07FB9145D}"/>
          </ac:spMkLst>
        </pc:spChg>
      </pc:sldChg>
      <pc:sldChg chg="addSp delSp modSp mod setBg modNotesTx">
        <pc:chgData name="Xiaoting Deng" userId="e58b8c51-db4a-4117-98b8-e400834c19b4" providerId="ADAL" clId="{836F0A4E-8740-5374-98B6-5955A8BBE2E1}" dt="2026-08-27T12:52:06.177" v="16731" actId="20577"/>
        <pc:sldMkLst>
          <pc:docMk/>
          <pc:sldMk cId="0" sldId="355"/>
        </pc:sldMkLst>
        <pc:spChg chg="mod">
          <ac:chgData name="Xiaoting Deng" userId="e58b8c51-db4a-4117-98b8-e400834c19b4" providerId="ADAL" clId="{836F0A4E-8740-5374-98B6-5955A8BBE2E1}" dt="2026-08-25T08:47:09.984" v="7556"/>
          <ac:spMkLst>
            <pc:docMk/>
            <pc:sldMk cId="0" sldId="355"/>
            <ac:spMk id="2" creationId="{D65E080E-B470-E5E4-6547-DCB33ED1C34F}"/>
          </ac:spMkLst>
        </pc:spChg>
        <pc:spChg chg="mod">
          <ac:chgData name="Xiaoting Deng" userId="e58b8c51-db4a-4117-98b8-e400834c19b4" providerId="ADAL" clId="{836F0A4E-8740-5374-98B6-5955A8BBE2E1}" dt="2026-08-23T15:42:30.778" v="3524" actId="14100"/>
          <ac:spMkLst>
            <pc:docMk/>
            <pc:sldMk cId="0" sldId="355"/>
            <ac:spMk id="3" creationId="{00000000-0000-0000-0000-000000000000}"/>
          </ac:spMkLst>
        </pc:spChg>
        <pc:spChg chg="mod">
          <ac:chgData name="Xiaoting Deng" userId="e58b8c51-db4a-4117-98b8-e400834c19b4" providerId="ADAL" clId="{836F0A4E-8740-5374-98B6-5955A8BBE2E1}" dt="2026-08-25T11:00:58.360" v="9534" actId="207"/>
          <ac:spMkLst>
            <pc:docMk/>
            <pc:sldMk cId="0" sldId="355"/>
            <ac:spMk id="4" creationId="{8F39E236-8780-86BE-7808-62CAFED17EC7}"/>
          </ac:spMkLst>
        </pc:spChg>
        <pc:spChg chg="mod">
          <ac:chgData name="Xiaoting Deng" userId="e58b8c51-db4a-4117-98b8-e400834c19b4" providerId="ADAL" clId="{836F0A4E-8740-5374-98B6-5955A8BBE2E1}" dt="2026-08-23T15:41:44.873" v="3492" actId="20577"/>
          <ac:spMkLst>
            <pc:docMk/>
            <pc:sldMk cId="0" sldId="355"/>
            <ac:spMk id="5" creationId="{00000000-0000-0000-0000-000000000000}"/>
          </ac:spMkLst>
        </pc:spChg>
        <pc:spChg chg="add mod">
          <ac:chgData name="Xiaoting Deng" userId="e58b8c51-db4a-4117-98b8-e400834c19b4" providerId="ADAL" clId="{836F0A4E-8740-5374-98B6-5955A8BBE2E1}" dt="2026-08-26T20:22:20.597" v="12687" actId="14100"/>
          <ac:spMkLst>
            <pc:docMk/>
            <pc:sldMk cId="0" sldId="355"/>
            <ac:spMk id="7" creationId="{822ACB1F-5E42-436B-5A02-831732316E77}"/>
          </ac:spMkLst>
        </pc:spChg>
        <pc:spChg chg="add mod">
          <ac:chgData name="Xiaoting Deng" userId="e58b8c51-db4a-4117-98b8-e400834c19b4" providerId="ADAL" clId="{836F0A4E-8740-5374-98B6-5955A8BBE2E1}" dt="2026-08-26T20:22:23.397" v="12688" actId="14100"/>
          <ac:spMkLst>
            <pc:docMk/>
            <pc:sldMk cId="0" sldId="355"/>
            <ac:spMk id="8" creationId="{83C72146-F96B-C655-4A1E-CF19F48DB115}"/>
          </ac:spMkLst>
        </pc:spChg>
        <pc:spChg chg="add mod">
          <ac:chgData name="Xiaoting Deng" userId="e58b8c51-db4a-4117-98b8-e400834c19b4" providerId="ADAL" clId="{836F0A4E-8740-5374-98B6-5955A8BBE2E1}" dt="2026-08-23T15:41:26.384" v="3484" actId="1036"/>
          <ac:spMkLst>
            <pc:docMk/>
            <pc:sldMk cId="0" sldId="355"/>
            <ac:spMk id="12" creationId="{F4D10AD8-C099-8CEA-D75A-ECE8BC3B2D19}"/>
          </ac:spMkLst>
        </pc:spChg>
        <pc:picChg chg="add mod">
          <ac:chgData name="Xiaoting Deng" userId="e58b8c51-db4a-4117-98b8-e400834c19b4" providerId="ADAL" clId="{836F0A4E-8740-5374-98B6-5955A8BBE2E1}" dt="2026-08-26T16:00:38.180" v="12686" actId="1076"/>
          <ac:picMkLst>
            <pc:docMk/>
            <pc:sldMk cId="0" sldId="355"/>
            <ac:picMk id="10" creationId="{E05610B4-1C68-0179-5E2F-2C1358DC1694}"/>
          </ac:picMkLst>
        </pc:picChg>
      </pc:sldChg>
      <pc:sldChg chg="addSp modSp del mod ord">
        <pc:chgData name="Xiaoting Deng" userId="e58b8c51-db4a-4117-98b8-e400834c19b4" providerId="ADAL" clId="{836F0A4E-8740-5374-98B6-5955A8BBE2E1}" dt="2026-08-27T07:29:35.937" v="14024" actId="2696"/>
        <pc:sldMkLst>
          <pc:docMk/>
          <pc:sldMk cId="4015589920" sldId="421"/>
        </pc:sldMkLst>
        <pc:spChg chg="add mod">
          <ac:chgData name="Xiaoting Deng" userId="e58b8c51-db4a-4117-98b8-e400834c19b4" providerId="ADAL" clId="{836F0A4E-8740-5374-98B6-5955A8BBE2E1}" dt="2026-08-26T13:00:00.181" v="12163" actId="403"/>
          <ac:spMkLst>
            <pc:docMk/>
            <pc:sldMk cId="4015589920" sldId="421"/>
            <ac:spMk id="3" creationId="{5A467CD9-A2A5-E107-CC6A-B89C05B2BB32}"/>
          </ac:spMkLst>
        </pc:spChg>
      </pc:sldChg>
      <pc:sldChg chg="addSp delSp modSp new mod ord setBg modNotesTx">
        <pc:chgData name="Xiaoting Deng" userId="e58b8c51-db4a-4117-98b8-e400834c19b4" providerId="ADAL" clId="{836F0A4E-8740-5374-98B6-5955A8BBE2E1}" dt="2026-08-27T09:00:36.145" v="14917" actId="20577"/>
        <pc:sldMkLst>
          <pc:docMk/>
          <pc:sldMk cId="657565893" sldId="464"/>
        </pc:sldMkLst>
        <pc:spChg chg="add mod">
          <ac:chgData name="Xiaoting Deng" userId="e58b8c51-db4a-4117-98b8-e400834c19b4" providerId="ADAL" clId="{836F0A4E-8740-5374-98B6-5955A8BBE2E1}" dt="2026-08-26T23:48:40.160" v="13190" actId="1035"/>
          <ac:spMkLst>
            <pc:docMk/>
            <pc:sldMk cId="657565893" sldId="464"/>
            <ac:spMk id="2" creationId="{C6F5EC99-FA6A-98B2-F68A-F0C0922CCE14}"/>
          </ac:spMkLst>
        </pc:spChg>
        <pc:spChg chg="add mod">
          <ac:chgData name="Xiaoting Deng" userId="e58b8c51-db4a-4117-98b8-e400834c19b4" providerId="ADAL" clId="{836F0A4E-8740-5374-98B6-5955A8BBE2E1}" dt="2026-08-26T23:48:35.787" v="13183" actId="1035"/>
          <ac:spMkLst>
            <pc:docMk/>
            <pc:sldMk cId="657565893" sldId="464"/>
            <ac:spMk id="3" creationId="{6DCF2CD7-2952-20E1-6E04-E59E1A72F167}"/>
          </ac:spMkLst>
        </pc:spChg>
        <pc:spChg chg="mod">
          <ac:chgData name="Xiaoting Deng" userId="e58b8c51-db4a-4117-98b8-e400834c19b4" providerId="ADAL" clId="{836F0A4E-8740-5374-98B6-5955A8BBE2E1}" dt="2026-08-23T17:52:08.910" v="3972" actId="207"/>
          <ac:spMkLst>
            <pc:docMk/>
            <pc:sldMk cId="657565893" sldId="464"/>
            <ac:spMk id="4" creationId="{081A836B-2A9A-EF3A-DC75-8426C5BAD1A5}"/>
          </ac:spMkLst>
        </pc:spChg>
        <pc:spChg chg="add mod">
          <ac:chgData name="Xiaoting Deng" userId="e58b8c51-db4a-4117-98b8-e400834c19b4" providerId="ADAL" clId="{836F0A4E-8740-5374-98B6-5955A8BBE2E1}" dt="2026-08-26T23:46:41.955" v="13146" actId="14100"/>
          <ac:spMkLst>
            <pc:docMk/>
            <pc:sldMk cId="657565893" sldId="464"/>
            <ac:spMk id="5" creationId="{AAA95A4C-43FA-F3D3-0E10-93C9F0D0FD61}"/>
          </ac:spMkLst>
        </pc:spChg>
        <pc:spChg chg="add mod">
          <ac:chgData name="Xiaoting Deng" userId="e58b8c51-db4a-4117-98b8-e400834c19b4" providerId="ADAL" clId="{836F0A4E-8740-5374-98B6-5955A8BBE2E1}" dt="2026-08-26T23:47:25.507" v="13157" actId="14100"/>
          <ac:spMkLst>
            <pc:docMk/>
            <pc:sldMk cId="657565893" sldId="464"/>
            <ac:spMk id="6" creationId="{9F578A91-6F3F-D823-0ED1-36100D3EADC5}"/>
          </ac:spMkLst>
        </pc:spChg>
        <pc:spChg chg="add mod">
          <ac:chgData name="Xiaoting Deng" userId="e58b8c51-db4a-4117-98b8-e400834c19b4" providerId="ADAL" clId="{836F0A4E-8740-5374-98B6-5955A8BBE2E1}" dt="2026-08-26T23:50:10.393" v="13191" actId="14100"/>
          <ac:spMkLst>
            <pc:docMk/>
            <pc:sldMk cId="657565893" sldId="464"/>
            <ac:spMk id="7" creationId="{9BDB8C56-B8D6-9B26-7F93-A79558BBA705}"/>
          </ac:spMkLst>
        </pc:spChg>
        <pc:spChg chg="add del mod">
          <ac:chgData name="Xiaoting Deng" userId="e58b8c51-db4a-4117-98b8-e400834c19b4" providerId="ADAL" clId="{836F0A4E-8740-5374-98B6-5955A8BBE2E1}" dt="2026-08-26T23:46:09.350" v="13113"/>
          <ac:spMkLst>
            <pc:docMk/>
            <pc:sldMk cId="657565893" sldId="464"/>
            <ac:spMk id="14" creationId="{BA07BE91-0F25-FF4D-169D-6C87B088D863}"/>
          </ac:spMkLst>
        </pc:spChg>
        <pc:spChg chg="add del mod">
          <ac:chgData name="Xiaoting Deng" userId="e58b8c51-db4a-4117-98b8-e400834c19b4" providerId="ADAL" clId="{836F0A4E-8740-5374-98B6-5955A8BBE2E1}" dt="2026-08-26T23:39:03.419" v="13010" actId="478"/>
          <ac:spMkLst>
            <pc:docMk/>
            <pc:sldMk cId="657565893" sldId="464"/>
            <ac:spMk id="17" creationId="{B4E2FA9B-4E50-CAF1-4C9A-1D329B12DE62}"/>
          </ac:spMkLst>
        </pc:spChg>
        <pc:spChg chg="add del mod">
          <ac:chgData name="Xiaoting Deng" userId="e58b8c51-db4a-4117-98b8-e400834c19b4" providerId="ADAL" clId="{836F0A4E-8740-5374-98B6-5955A8BBE2E1}" dt="2026-08-26T23:38:48.544" v="13004" actId="478"/>
          <ac:spMkLst>
            <pc:docMk/>
            <pc:sldMk cId="657565893" sldId="464"/>
            <ac:spMk id="18" creationId="{35581323-4A69-1285-959B-CFDAE74E5A51}"/>
          </ac:spMkLst>
        </pc:spChg>
        <pc:spChg chg="add del mod">
          <ac:chgData name="Xiaoting Deng" userId="e58b8c51-db4a-4117-98b8-e400834c19b4" providerId="ADAL" clId="{836F0A4E-8740-5374-98B6-5955A8BBE2E1}" dt="2026-08-26T23:45:13.237" v="13086" actId="21"/>
          <ac:spMkLst>
            <pc:docMk/>
            <pc:sldMk cId="657565893" sldId="464"/>
            <ac:spMk id="19" creationId="{94304997-4E03-8BF9-F2A3-3051C37E30F4}"/>
          </ac:spMkLst>
        </pc:spChg>
        <pc:spChg chg="add del mod">
          <ac:chgData name="Xiaoting Deng" userId="e58b8c51-db4a-4117-98b8-e400834c19b4" providerId="ADAL" clId="{836F0A4E-8740-5374-98B6-5955A8BBE2E1}" dt="2026-08-26T23:39:16.423" v="13013" actId="478"/>
          <ac:spMkLst>
            <pc:docMk/>
            <pc:sldMk cId="657565893" sldId="464"/>
            <ac:spMk id="20" creationId="{865A2F32-8B2F-CAE7-F8DB-A544DEE38BD9}"/>
          </ac:spMkLst>
        </pc:spChg>
        <pc:spChg chg="add del mod">
          <ac:chgData name="Xiaoting Deng" userId="e58b8c51-db4a-4117-98b8-e400834c19b4" providerId="ADAL" clId="{836F0A4E-8740-5374-98B6-5955A8BBE2E1}" dt="2026-08-26T23:39:16.423" v="13013" actId="478"/>
          <ac:spMkLst>
            <pc:docMk/>
            <pc:sldMk cId="657565893" sldId="464"/>
            <ac:spMk id="21" creationId="{ECD4A6F8-1B00-B08D-9D76-5E8A9E1844BB}"/>
          </ac:spMkLst>
        </pc:spChg>
        <pc:spChg chg="add del mod">
          <ac:chgData name="Xiaoting Deng" userId="e58b8c51-db4a-4117-98b8-e400834c19b4" providerId="ADAL" clId="{836F0A4E-8740-5374-98B6-5955A8BBE2E1}" dt="2026-08-26T23:39:32.389" v="13015" actId="478"/>
          <ac:spMkLst>
            <pc:docMk/>
            <pc:sldMk cId="657565893" sldId="464"/>
            <ac:spMk id="22" creationId="{48CB26AD-7DB0-C1A3-E2EA-413C0EE7EC2C}"/>
          </ac:spMkLst>
        </pc:spChg>
        <pc:spChg chg="add del mod">
          <ac:chgData name="Xiaoting Deng" userId="e58b8c51-db4a-4117-98b8-e400834c19b4" providerId="ADAL" clId="{836F0A4E-8740-5374-98B6-5955A8BBE2E1}" dt="2026-08-26T23:39:32.389" v="13015" actId="478"/>
          <ac:spMkLst>
            <pc:docMk/>
            <pc:sldMk cId="657565893" sldId="464"/>
            <ac:spMk id="23" creationId="{74435F39-EDB9-079C-D7A2-147676AC8D31}"/>
          </ac:spMkLst>
        </pc:spChg>
        <pc:spChg chg="add mod">
          <ac:chgData name="Xiaoting Deng" userId="e58b8c51-db4a-4117-98b8-e400834c19b4" providerId="ADAL" clId="{836F0A4E-8740-5374-98B6-5955A8BBE2E1}" dt="2026-08-27T08:58:12.244" v="14896" actId="20577"/>
          <ac:spMkLst>
            <pc:docMk/>
            <pc:sldMk cId="657565893" sldId="464"/>
            <ac:spMk id="24" creationId="{AB744290-2142-F500-6E56-E44D608D06DF}"/>
          </ac:spMkLst>
        </pc:spChg>
        <pc:spChg chg="add mod">
          <ac:chgData name="Xiaoting Deng" userId="e58b8c51-db4a-4117-98b8-e400834c19b4" providerId="ADAL" clId="{836F0A4E-8740-5374-98B6-5955A8BBE2E1}" dt="2026-08-26T23:46:50.797" v="13150" actId="255"/>
          <ac:spMkLst>
            <pc:docMk/>
            <pc:sldMk cId="657565893" sldId="464"/>
            <ac:spMk id="25" creationId="{DC65AFAE-7F06-1F6C-B2D8-C62B3D7CBD19}"/>
          </ac:spMkLst>
        </pc:spChg>
        <pc:spChg chg="add mod">
          <ac:chgData name="Xiaoting Deng" userId="e58b8c51-db4a-4117-98b8-e400834c19b4" providerId="ADAL" clId="{836F0A4E-8740-5374-98B6-5955A8BBE2E1}" dt="2026-08-24T20:00:53.488" v="6055"/>
          <ac:spMkLst>
            <pc:docMk/>
            <pc:sldMk cId="657565893" sldId="464"/>
            <ac:spMk id="29" creationId="{98AC6827-8065-9495-0066-7B10592491FC}"/>
          </ac:spMkLst>
        </pc:spChg>
        <pc:picChg chg="add mod modCrop">
          <ac:chgData name="Xiaoting Deng" userId="e58b8c51-db4a-4117-98b8-e400834c19b4" providerId="ADAL" clId="{836F0A4E-8740-5374-98B6-5955A8BBE2E1}" dt="2026-08-26T23:46:58.755" v="13152" actId="1076"/>
          <ac:picMkLst>
            <pc:docMk/>
            <pc:sldMk cId="657565893" sldId="464"/>
            <ac:picMk id="9" creationId="{B2B2FE10-C430-CCA5-5CB6-74703D898554}"/>
          </ac:picMkLst>
        </pc:picChg>
        <pc:picChg chg="add mod">
          <ac:chgData name="Xiaoting Deng" userId="e58b8c51-db4a-4117-98b8-e400834c19b4" providerId="ADAL" clId="{836F0A4E-8740-5374-98B6-5955A8BBE2E1}" dt="2026-08-26T23:46:21.474" v="13144" actId="1038"/>
          <ac:picMkLst>
            <pc:docMk/>
            <pc:sldMk cId="657565893" sldId="464"/>
            <ac:picMk id="10" creationId="{514C79C1-69D5-4990-E46F-F1FA5E945E50}"/>
          </ac:picMkLst>
        </pc:picChg>
      </pc:sldChg>
      <pc:sldChg chg="addSp delSp modSp add mod ord modNotesTx">
        <pc:chgData name="Xiaoting Deng" userId="e58b8c51-db4a-4117-98b8-e400834c19b4" providerId="ADAL" clId="{836F0A4E-8740-5374-98B6-5955A8BBE2E1}" dt="2026-08-27T09:30:45.579" v="15250" actId="20577"/>
        <pc:sldMkLst>
          <pc:docMk/>
          <pc:sldMk cId="1298848005" sldId="465"/>
        </pc:sldMkLst>
        <pc:spChg chg="add mod">
          <ac:chgData name="Xiaoting Deng" userId="e58b8c51-db4a-4117-98b8-e400834c19b4" providerId="ADAL" clId="{836F0A4E-8740-5374-98B6-5955A8BBE2E1}" dt="2026-08-25T10:53:05.948" v="9481" actId="14100"/>
          <ac:spMkLst>
            <pc:docMk/>
            <pc:sldMk cId="1298848005" sldId="465"/>
            <ac:spMk id="12" creationId="{490182E0-A698-A543-4D30-D40E7F1F6320}"/>
          </ac:spMkLst>
        </pc:spChg>
        <pc:spChg chg="add mod">
          <ac:chgData name="Xiaoting Deng" userId="e58b8c51-db4a-4117-98b8-e400834c19b4" providerId="ADAL" clId="{836F0A4E-8740-5374-98B6-5955A8BBE2E1}" dt="2026-08-25T10:38:01.906" v="9319" actId="14100"/>
          <ac:spMkLst>
            <pc:docMk/>
            <pc:sldMk cId="1298848005" sldId="465"/>
            <ac:spMk id="15" creationId="{8C32CD7E-842F-00B8-98E7-7F7D88D23D34}"/>
          </ac:spMkLst>
        </pc:spChg>
        <pc:spChg chg="add mod">
          <ac:chgData name="Xiaoting Deng" userId="e58b8c51-db4a-4117-98b8-e400834c19b4" providerId="ADAL" clId="{836F0A4E-8740-5374-98B6-5955A8BBE2E1}" dt="2026-08-25T10:39:07.624" v="9332" actId="1076"/>
          <ac:spMkLst>
            <pc:docMk/>
            <pc:sldMk cId="1298848005" sldId="465"/>
            <ac:spMk id="16" creationId="{14CFC146-3003-B531-EB35-178708BBB33D}"/>
          </ac:spMkLst>
        </pc:spChg>
        <pc:spChg chg="add mod">
          <ac:chgData name="Xiaoting Deng" userId="e58b8c51-db4a-4117-98b8-e400834c19b4" providerId="ADAL" clId="{836F0A4E-8740-5374-98B6-5955A8BBE2E1}" dt="2026-08-25T10:57:36.426" v="9522" actId="948"/>
          <ac:spMkLst>
            <pc:docMk/>
            <pc:sldMk cId="1298848005" sldId="465"/>
            <ac:spMk id="27" creationId="{EDCA1B4A-6825-3C02-5CF0-FAED9F2F184F}"/>
          </ac:spMkLst>
        </pc:spChg>
        <pc:spChg chg="mod">
          <ac:chgData name="Xiaoting Deng" userId="e58b8c51-db4a-4117-98b8-e400834c19b4" providerId="ADAL" clId="{836F0A4E-8740-5374-98B6-5955A8BBE2E1}" dt="2026-08-23T23:57:29.993" v="4736" actId="20577"/>
          <ac:spMkLst>
            <pc:docMk/>
            <pc:sldMk cId="1298848005" sldId="465"/>
            <ac:spMk id="28" creationId="{CF6DD895-A707-ADDF-923F-ED8F44839F0E}"/>
          </ac:spMkLst>
        </pc:spChg>
        <pc:spChg chg="add mod">
          <ac:chgData name="Xiaoting Deng" userId="e58b8c51-db4a-4117-98b8-e400834c19b4" providerId="ADAL" clId="{836F0A4E-8740-5374-98B6-5955A8BBE2E1}" dt="2026-08-25T12:51:00.158" v="11018" actId="20577"/>
          <ac:spMkLst>
            <pc:docMk/>
            <pc:sldMk cId="1298848005" sldId="465"/>
            <ac:spMk id="29" creationId="{9F1AB76D-4692-88B3-B8FB-AF0CCD1101B4}"/>
          </ac:spMkLst>
        </pc:spChg>
        <pc:picChg chg="add mod">
          <ac:chgData name="Xiaoting Deng" userId="e58b8c51-db4a-4117-98b8-e400834c19b4" providerId="ADAL" clId="{836F0A4E-8740-5374-98B6-5955A8BBE2E1}" dt="2026-08-25T11:51:00.730" v="10236" actId="1076"/>
          <ac:picMkLst>
            <pc:docMk/>
            <pc:sldMk cId="1298848005" sldId="465"/>
            <ac:picMk id="2" creationId="{2075D5DD-CB01-3402-E0F6-F3982B3FEFC8}"/>
          </ac:picMkLst>
        </pc:picChg>
      </pc:sldChg>
      <pc:sldChg chg="addSp delSp modSp add mod setBg modNotesTx">
        <pc:chgData name="Xiaoting Deng" userId="e58b8c51-db4a-4117-98b8-e400834c19b4" providerId="ADAL" clId="{836F0A4E-8740-5374-98B6-5955A8BBE2E1}" dt="2026-08-27T12:21:31.180" v="16425" actId="1076"/>
        <pc:sldMkLst>
          <pc:docMk/>
          <pc:sldMk cId="723691181" sldId="466"/>
        </pc:sldMkLst>
        <pc:spChg chg="add mod">
          <ac:chgData name="Xiaoting Deng" userId="e58b8c51-db4a-4117-98b8-e400834c19b4" providerId="ADAL" clId="{836F0A4E-8740-5374-98B6-5955A8BBE2E1}" dt="2026-08-27T12:21:31.180" v="16425" actId="1076"/>
          <ac:spMkLst>
            <pc:docMk/>
            <pc:sldMk cId="723691181" sldId="466"/>
            <ac:spMk id="2" creationId="{84C27003-CB33-9C82-C65D-DD82CC7D0FA2}"/>
          </ac:spMkLst>
        </pc:spChg>
        <pc:spChg chg="add mod">
          <ac:chgData name="Xiaoting Deng" userId="e58b8c51-db4a-4117-98b8-e400834c19b4" providerId="ADAL" clId="{836F0A4E-8740-5374-98B6-5955A8BBE2E1}" dt="2026-08-27T12:21:04.569" v="16412" actId="1036"/>
          <ac:spMkLst>
            <pc:docMk/>
            <pc:sldMk cId="723691181" sldId="466"/>
            <ac:spMk id="5" creationId="{D8A38399-8833-096F-D3C8-121118062642}"/>
          </ac:spMkLst>
        </pc:spChg>
        <pc:spChg chg="add mod">
          <ac:chgData name="Xiaoting Deng" userId="e58b8c51-db4a-4117-98b8-e400834c19b4" providerId="ADAL" clId="{836F0A4E-8740-5374-98B6-5955A8BBE2E1}" dt="2026-08-27T12:21:04.569" v="16412" actId="1036"/>
          <ac:spMkLst>
            <pc:docMk/>
            <pc:sldMk cId="723691181" sldId="466"/>
            <ac:spMk id="7" creationId="{88295D79-7ACA-0E35-88D6-B1DE0EA935E2}"/>
          </ac:spMkLst>
        </pc:spChg>
        <pc:spChg chg="add mod">
          <ac:chgData name="Xiaoting Deng" userId="e58b8c51-db4a-4117-98b8-e400834c19b4" providerId="ADAL" clId="{836F0A4E-8740-5374-98B6-5955A8BBE2E1}" dt="2026-08-27T12:21:04.569" v="16412" actId="1036"/>
          <ac:spMkLst>
            <pc:docMk/>
            <pc:sldMk cId="723691181" sldId="466"/>
            <ac:spMk id="9" creationId="{60C647C8-8AFE-1828-B57B-41B88E7CD888}"/>
          </ac:spMkLst>
        </pc:spChg>
        <pc:spChg chg="add del mod">
          <ac:chgData name="Xiaoting Deng" userId="e58b8c51-db4a-4117-98b8-e400834c19b4" providerId="ADAL" clId="{836F0A4E-8740-5374-98B6-5955A8BBE2E1}" dt="2026-08-27T09:17:44.840" v="15066" actId="478"/>
          <ac:spMkLst>
            <pc:docMk/>
            <pc:sldMk cId="723691181" sldId="466"/>
            <ac:spMk id="19" creationId="{3DDFC629-28F8-25AE-8FC6-170F48494F94}"/>
          </ac:spMkLst>
        </pc:spChg>
        <pc:spChg chg="add mod">
          <ac:chgData name="Xiaoting Deng" userId="e58b8c51-db4a-4117-98b8-e400834c19b4" providerId="ADAL" clId="{836F0A4E-8740-5374-98B6-5955A8BBE2E1}" dt="2026-08-27T12:21:04.569" v="16412" actId="1036"/>
          <ac:spMkLst>
            <pc:docMk/>
            <pc:sldMk cId="723691181" sldId="466"/>
            <ac:spMk id="24" creationId="{DA66A666-BA6E-4C25-1F13-5F76DEDE8078}"/>
          </ac:spMkLst>
        </pc:spChg>
        <pc:spChg chg="add mod">
          <ac:chgData name="Xiaoting Deng" userId="e58b8c51-db4a-4117-98b8-e400834c19b4" providerId="ADAL" clId="{836F0A4E-8740-5374-98B6-5955A8BBE2E1}" dt="2026-08-25T02:18:52.246" v="7067" actId="14100"/>
          <ac:spMkLst>
            <pc:docMk/>
            <pc:sldMk cId="723691181" sldId="466"/>
            <ac:spMk id="25" creationId="{CAB26CBD-F51A-254C-8233-8F188CCDAFF7}"/>
          </ac:spMkLst>
        </pc:spChg>
        <pc:spChg chg="add mod">
          <ac:chgData name="Xiaoting Deng" userId="e58b8c51-db4a-4117-98b8-e400834c19b4" providerId="ADAL" clId="{836F0A4E-8740-5374-98B6-5955A8BBE2E1}" dt="2026-08-25T02:20:42.758" v="7127" actId="1076"/>
          <ac:spMkLst>
            <pc:docMk/>
            <pc:sldMk cId="723691181" sldId="466"/>
            <ac:spMk id="26" creationId="{F85A53F5-76A5-DAE3-65B1-4521D25C4F02}"/>
          </ac:spMkLst>
        </pc:spChg>
        <pc:spChg chg="add mod">
          <ac:chgData name="Xiaoting Deng" userId="e58b8c51-db4a-4117-98b8-e400834c19b4" providerId="ADAL" clId="{836F0A4E-8740-5374-98B6-5955A8BBE2E1}" dt="2026-08-25T02:23:13.763" v="7164" actId="14100"/>
          <ac:spMkLst>
            <pc:docMk/>
            <pc:sldMk cId="723691181" sldId="466"/>
            <ac:spMk id="27" creationId="{33B24143-1182-C311-7BFF-5D0C5276B27C}"/>
          </ac:spMkLst>
        </pc:spChg>
        <pc:spChg chg="mod">
          <ac:chgData name="Xiaoting Deng" userId="e58b8c51-db4a-4117-98b8-e400834c19b4" providerId="ADAL" clId="{836F0A4E-8740-5374-98B6-5955A8BBE2E1}" dt="2026-08-25T09:44:42.018" v="8619"/>
          <ac:spMkLst>
            <pc:docMk/>
            <pc:sldMk cId="723691181" sldId="466"/>
            <ac:spMk id="28" creationId="{6F4C62B7-FC9A-17C5-4263-AC42ACA9D51F}"/>
          </ac:spMkLst>
        </pc:spChg>
        <pc:spChg chg="add mod">
          <ac:chgData name="Xiaoting Deng" userId="e58b8c51-db4a-4117-98b8-e400834c19b4" providerId="ADAL" clId="{836F0A4E-8740-5374-98B6-5955A8BBE2E1}" dt="2026-08-25T02:20:34.044" v="7125" actId="404"/>
          <ac:spMkLst>
            <pc:docMk/>
            <pc:sldMk cId="723691181" sldId="466"/>
            <ac:spMk id="29" creationId="{C31010DB-D9E9-0533-895F-4D50BCB3B065}"/>
          </ac:spMkLst>
        </pc:spChg>
        <pc:spChg chg="add mod topLvl">
          <ac:chgData name="Xiaoting Deng" userId="e58b8c51-db4a-4117-98b8-e400834c19b4" providerId="ADAL" clId="{836F0A4E-8740-5374-98B6-5955A8BBE2E1}" dt="2026-08-25T02:22:05.657" v="7155" actId="14100"/>
          <ac:spMkLst>
            <pc:docMk/>
            <pc:sldMk cId="723691181" sldId="466"/>
            <ac:spMk id="30" creationId="{3359C91E-A315-FE5F-91F6-DBE497FBAD4A}"/>
          </ac:spMkLst>
        </pc:spChg>
        <pc:spChg chg="add mod topLvl">
          <ac:chgData name="Xiaoting Deng" userId="e58b8c51-db4a-4117-98b8-e400834c19b4" providerId="ADAL" clId="{836F0A4E-8740-5374-98B6-5955A8BBE2E1}" dt="2026-08-25T12:56:47.340" v="11107" actId="1076"/>
          <ac:spMkLst>
            <pc:docMk/>
            <pc:sldMk cId="723691181" sldId="466"/>
            <ac:spMk id="31" creationId="{C6726779-50C2-6D7B-647C-0510D0BE2474}"/>
          </ac:spMkLst>
        </pc:spChg>
        <pc:grpChg chg="add mod">
          <ac:chgData name="Xiaoting Deng" userId="e58b8c51-db4a-4117-98b8-e400834c19b4" providerId="ADAL" clId="{836F0A4E-8740-5374-98B6-5955A8BBE2E1}" dt="2026-08-27T12:21:04.569" v="16412" actId="1036"/>
          <ac:grpSpMkLst>
            <pc:docMk/>
            <pc:sldMk cId="723691181" sldId="466"/>
            <ac:grpSpMk id="8" creationId="{B5BEDCAB-1DC1-C171-CD4A-A0C545244998}"/>
          </ac:grpSpMkLst>
        </pc:grpChg>
        <pc:grpChg chg="add mod">
          <ac:chgData name="Xiaoting Deng" userId="e58b8c51-db4a-4117-98b8-e400834c19b4" providerId="ADAL" clId="{836F0A4E-8740-5374-98B6-5955A8BBE2E1}" dt="2026-08-27T12:21:04.569" v="16412" actId="1036"/>
          <ac:grpSpMkLst>
            <pc:docMk/>
            <pc:sldMk cId="723691181" sldId="466"/>
            <ac:grpSpMk id="32" creationId="{1A83980B-7AF7-63EF-984D-FD60AD4AE904}"/>
          </ac:grpSpMkLst>
        </pc:grpChg>
        <pc:grpChg chg="add mod">
          <ac:chgData name="Xiaoting Deng" userId="e58b8c51-db4a-4117-98b8-e400834c19b4" providerId="ADAL" clId="{836F0A4E-8740-5374-98B6-5955A8BBE2E1}" dt="2026-08-27T12:21:04.569" v="16412" actId="1036"/>
          <ac:grpSpMkLst>
            <pc:docMk/>
            <pc:sldMk cId="723691181" sldId="466"/>
            <ac:grpSpMk id="33" creationId="{C954AD07-9B88-D08B-BAB2-3F57036925EA}"/>
          </ac:grpSpMkLst>
        </pc:grpChg>
        <pc:graphicFrameChg chg="add mod modGraphic">
          <ac:chgData name="Xiaoting Deng" userId="e58b8c51-db4a-4117-98b8-e400834c19b4" providerId="ADAL" clId="{836F0A4E-8740-5374-98B6-5955A8BBE2E1}" dt="2026-08-27T12:21:04.569" v="16412" actId="1036"/>
          <ac:graphicFrameMkLst>
            <pc:docMk/>
            <pc:sldMk cId="723691181" sldId="466"/>
            <ac:graphicFrameMk id="15" creationId="{DDB2AC70-8A98-8317-7218-FF7BBF5ACE09}"/>
          </ac:graphicFrameMkLst>
        </pc:graphicFrameChg>
      </pc:sldChg>
      <pc:sldChg chg="addSp delSp modSp add del mod ord modShow modNotesTx">
        <pc:chgData name="Xiaoting Deng" userId="e58b8c51-db4a-4117-98b8-e400834c19b4" providerId="ADAL" clId="{836F0A4E-8740-5374-98B6-5955A8BBE2E1}" dt="2026-08-27T08:47:48.879" v="14653" actId="1076"/>
        <pc:sldMkLst>
          <pc:docMk/>
          <pc:sldMk cId="1479638127" sldId="467"/>
        </pc:sldMkLst>
        <pc:spChg chg="add mod">
          <ac:chgData name="Xiaoting Deng" userId="e58b8c51-db4a-4117-98b8-e400834c19b4" providerId="ADAL" clId="{836F0A4E-8740-5374-98B6-5955A8BBE2E1}" dt="2026-08-27T00:51:14.872" v="13981" actId="1036"/>
          <ac:spMkLst>
            <pc:docMk/>
            <pc:sldMk cId="1479638127" sldId="467"/>
            <ac:spMk id="3" creationId="{7AE76A18-4A84-91B9-2969-7DFC8F1174D7}"/>
          </ac:spMkLst>
        </pc:spChg>
        <pc:spChg chg="add mod">
          <ac:chgData name="Xiaoting Deng" userId="e58b8c51-db4a-4117-98b8-e400834c19b4" providerId="ADAL" clId="{836F0A4E-8740-5374-98B6-5955A8BBE2E1}" dt="2026-08-25T09:04:27.419" v="8165" actId="207"/>
          <ac:spMkLst>
            <pc:docMk/>
            <pc:sldMk cId="1479638127" sldId="467"/>
            <ac:spMk id="5" creationId="{B891F878-29FF-435E-D509-9193BE5727A4}"/>
          </ac:spMkLst>
        </pc:spChg>
        <pc:spChg chg="add mod">
          <ac:chgData name="Xiaoting Deng" userId="e58b8c51-db4a-4117-98b8-e400834c19b4" providerId="ADAL" clId="{836F0A4E-8740-5374-98B6-5955A8BBE2E1}" dt="2026-08-25T09:26:06.567" v="8384"/>
          <ac:spMkLst>
            <pc:docMk/>
            <pc:sldMk cId="1479638127" sldId="467"/>
            <ac:spMk id="6" creationId="{611C63D4-0F03-F478-841B-B118357DCDC9}"/>
          </ac:spMkLst>
        </pc:spChg>
        <pc:spChg chg="add mod">
          <ac:chgData name="Xiaoting Deng" userId="e58b8c51-db4a-4117-98b8-e400834c19b4" providerId="ADAL" clId="{836F0A4E-8740-5374-98B6-5955A8BBE2E1}" dt="2026-08-27T00:51:14.872" v="13981" actId="1036"/>
          <ac:spMkLst>
            <pc:docMk/>
            <pc:sldMk cId="1479638127" sldId="467"/>
            <ac:spMk id="7" creationId="{31161AB5-77CD-B800-4A27-FF2AA6AF2D71}"/>
          </ac:spMkLst>
        </pc:spChg>
        <pc:spChg chg="add mod">
          <ac:chgData name="Xiaoting Deng" userId="e58b8c51-db4a-4117-98b8-e400834c19b4" providerId="ADAL" clId="{836F0A4E-8740-5374-98B6-5955A8BBE2E1}" dt="2026-08-27T00:51:14.872" v="13981" actId="1036"/>
          <ac:spMkLst>
            <pc:docMk/>
            <pc:sldMk cId="1479638127" sldId="467"/>
            <ac:spMk id="8" creationId="{334E3F24-B253-EA96-30B3-6C3D9044EA45}"/>
          </ac:spMkLst>
        </pc:spChg>
        <pc:spChg chg="mod">
          <ac:chgData name="Xiaoting Deng" userId="e58b8c51-db4a-4117-98b8-e400834c19b4" providerId="ADAL" clId="{836F0A4E-8740-5374-98B6-5955A8BBE2E1}" dt="2026-08-27T00:51:18.664" v="13982" actId="1076"/>
          <ac:spMkLst>
            <pc:docMk/>
            <pc:sldMk cId="1479638127" sldId="467"/>
            <ac:spMk id="26" creationId="{FEC80183-3742-4B83-D86D-6C9B9E35BCF1}"/>
          </ac:spMkLst>
        </pc:spChg>
        <pc:picChg chg="add mod">
          <ac:chgData name="Xiaoting Deng" userId="e58b8c51-db4a-4117-98b8-e400834c19b4" providerId="ADAL" clId="{836F0A4E-8740-5374-98B6-5955A8BBE2E1}" dt="2026-08-27T08:47:48.879" v="14653" actId="1076"/>
          <ac:picMkLst>
            <pc:docMk/>
            <pc:sldMk cId="1479638127" sldId="467"/>
            <ac:picMk id="4" creationId="{C1550C38-9B15-9D3E-A194-CBB67BF7BC1E}"/>
          </ac:picMkLst>
        </pc:picChg>
      </pc:sldChg>
      <pc:sldChg chg="addSp delSp modSp add mod modNotesTx">
        <pc:chgData name="Xiaoting Deng" userId="e58b8c51-db4a-4117-98b8-e400834c19b4" providerId="ADAL" clId="{836F0A4E-8740-5374-98B6-5955A8BBE2E1}" dt="2026-08-27T12:59:24.167" v="16957" actId="20577"/>
        <pc:sldMkLst>
          <pc:docMk/>
          <pc:sldMk cId="54465582" sldId="468"/>
        </pc:sldMkLst>
        <pc:spChg chg="mod">
          <ac:chgData name="Xiaoting Deng" userId="e58b8c51-db4a-4117-98b8-e400834c19b4" providerId="ADAL" clId="{836F0A4E-8740-5374-98B6-5955A8BBE2E1}" dt="2026-08-24T00:12:08.980" v="5016" actId="1076"/>
          <ac:spMkLst>
            <pc:docMk/>
            <pc:sldMk cId="54465582" sldId="468"/>
            <ac:spMk id="2" creationId="{25F60078-6C14-508A-E68C-35954CDEE2BC}"/>
          </ac:spMkLst>
        </pc:spChg>
        <pc:spChg chg="mod">
          <ac:chgData name="Xiaoting Deng" userId="e58b8c51-db4a-4117-98b8-e400834c19b4" providerId="ADAL" clId="{836F0A4E-8740-5374-98B6-5955A8BBE2E1}" dt="2026-08-24T00:14:21.216" v="5056" actId="14100"/>
          <ac:spMkLst>
            <pc:docMk/>
            <pc:sldMk cId="54465582" sldId="468"/>
            <ac:spMk id="3" creationId="{82DB5F0B-1107-3283-5111-13C06304757E}"/>
          </ac:spMkLst>
        </pc:spChg>
        <pc:spChg chg="mod">
          <ac:chgData name="Xiaoting Deng" userId="e58b8c51-db4a-4117-98b8-e400834c19b4" providerId="ADAL" clId="{836F0A4E-8740-5374-98B6-5955A8BBE2E1}" dt="2026-08-24T00:12:45.080" v="5037" actId="14100"/>
          <ac:spMkLst>
            <pc:docMk/>
            <pc:sldMk cId="54465582" sldId="468"/>
            <ac:spMk id="5" creationId="{ADFB9F55-065B-DE14-DE02-FA393B15727A}"/>
          </ac:spMkLst>
        </pc:spChg>
        <pc:spChg chg="add mod">
          <ac:chgData name="Xiaoting Deng" userId="e58b8c51-db4a-4117-98b8-e400834c19b4" providerId="ADAL" clId="{836F0A4E-8740-5374-98B6-5955A8BBE2E1}" dt="2026-08-24T00:12:08.980" v="5016" actId="1076"/>
          <ac:spMkLst>
            <pc:docMk/>
            <pc:sldMk cId="54465582" sldId="468"/>
            <ac:spMk id="7" creationId="{EA4F0D23-5B6D-BC34-B12D-32FE31F5F447}"/>
          </ac:spMkLst>
        </pc:spChg>
        <pc:spChg chg="mod">
          <ac:chgData name="Xiaoting Deng" userId="e58b8c51-db4a-4117-98b8-e400834c19b4" providerId="ADAL" clId="{836F0A4E-8740-5374-98B6-5955A8BBE2E1}" dt="2026-08-24T00:12:08.980" v="5016" actId="1076"/>
          <ac:spMkLst>
            <pc:docMk/>
            <pc:sldMk cId="54465582" sldId="468"/>
            <ac:spMk id="8" creationId="{70BF4D3D-2254-08CC-97F7-1F72B94F9C8A}"/>
          </ac:spMkLst>
        </pc:spChg>
        <pc:spChg chg="add del mod">
          <ac:chgData name="Xiaoting Deng" userId="e58b8c51-db4a-4117-98b8-e400834c19b4" providerId="ADAL" clId="{836F0A4E-8740-5374-98B6-5955A8BBE2E1}" dt="2026-08-26T13:05:25.547" v="12377" actId="478"/>
          <ac:spMkLst>
            <pc:docMk/>
            <pc:sldMk cId="54465582" sldId="468"/>
            <ac:spMk id="9" creationId="{01986B01-4849-18D6-0175-006A3A71DB49}"/>
          </ac:spMkLst>
        </pc:spChg>
        <pc:spChg chg="add del mod">
          <ac:chgData name="Xiaoting Deng" userId="e58b8c51-db4a-4117-98b8-e400834c19b4" providerId="ADAL" clId="{836F0A4E-8740-5374-98B6-5955A8BBE2E1}" dt="2026-08-25T08:31:17.097" v="7408" actId="14100"/>
          <ac:spMkLst>
            <pc:docMk/>
            <pc:sldMk cId="54465582" sldId="468"/>
            <ac:spMk id="11" creationId="{BAD5B5B0-D9AB-E68C-9A9E-5514ABCF3B61}"/>
          </ac:spMkLst>
        </pc:spChg>
        <pc:spChg chg="add mod">
          <ac:chgData name="Xiaoting Deng" userId="e58b8c51-db4a-4117-98b8-e400834c19b4" providerId="ADAL" clId="{836F0A4E-8740-5374-98B6-5955A8BBE2E1}" dt="2026-08-25T08:31:14.930" v="7407" actId="14100"/>
          <ac:spMkLst>
            <pc:docMk/>
            <pc:sldMk cId="54465582" sldId="468"/>
            <ac:spMk id="13" creationId="{0B04E7FA-5C1D-8A13-1971-532110A3175D}"/>
          </ac:spMkLst>
        </pc:spChg>
        <pc:spChg chg="add mod">
          <ac:chgData name="Xiaoting Deng" userId="e58b8c51-db4a-4117-98b8-e400834c19b4" providerId="ADAL" clId="{836F0A4E-8740-5374-98B6-5955A8BBE2E1}" dt="2026-08-26T13:06:03.519" v="12408" actId="14100"/>
          <ac:spMkLst>
            <pc:docMk/>
            <pc:sldMk cId="54465582" sldId="468"/>
            <ac:spMk id="14" creationId="{B4650E44-FC3A-3E6E-D53D-CF81AAB9542C}"/>
          </ac:spMkLst>
        </pc:spChg>
        <pc:spChg chg="add mod">
          <ac:chgData name="Xiaoting Deng" userId="e58b8c51-db4a-4117-98b8-e400834c19b4" providerId="ADAL" clId="{836F0A4E-8740-5374-98B6-5955A8BBE2E1}" dt="2026-08-25T08:31:04.320" v="7405" actId="207"/>
          <ac:spMkLst>
            <pc:docMk/>
            <pc:sldMk cId="54465582" sldId="468"/>
            <ac:spMk id="16" creationId="{A24D7E73-26F3-6B46-0CD5-52824E0F45A6}"/>
          </ac:spMkLst>
        </pc:spChg>
        <pc:spChg chg="add mod">
          <ac:chgData name="Xiaoting Deng" userId="e58b8c51-db4a-4117-98b8-e400834c19b4" providerId="ADAL" clId="{836F0A4E-8740-5374-98B6-5955A8BBE2E1}" dt="2026-08-26T13:07:41.077" v="12458" actId="1076"/>
          <ac:spMkLst>
            <pc:docMk/>
            <pc:sldMk cId="54465582" sldId="468"/>
            <ac:spMk id="18" creationId="{11D45B83-034B-5C34-3DB3-5C5053E7F2EE}"/>
          </ac:spMkLst>
        </pc:spChg>
        <pc:spChg chg="add mod">
          <ac:chgData name="Xiaoting Deng" userId="e58b8c51-db4a-4117-98b8-e400834c19b4" providerId="ADAL" clId="{836F0A4E-8740-5374-98B6-5955A8BBE2E1}" dt="2026-08-26T13:07:55.774" v="12468" actId="1076"/>
          <ac:spMkLst>
            <pc:docMk/>
            <pc:sldMk cId="54465582" sldId="468"/>
            <ac:spMk id="19" creationId="{1CAC5349-79AF-E914-33CF-65A91EAE8C75}"/>
          </ac:spMkLst>
        </pc:spChg>
        <pc:spChg chg="add mod">
          <ac:chgData name="Xiaoting Deng" userId="e58b8c51-db4a-4117-98b8-e400834c19b4" providerId="ADAL" clId="{836F0A4E-8740-5374-98B6-5955A8BBE2E1}" dt="2026-08-25T13:53:16.913" v="11672" actId="1076"/>
          <ac:spMkLst>
            <pc:docMk/>
            <pc:sldMk cId="54465582" sldId="468"/>
            <ac:spMk id="26" creationId="{908DA518-DE14-4E7C-F658-A15D16026B29}"/>
          </ac:spMkLst>
        </pc:spChg>
        <pc:spChg chg="mod">
          <ac:chgData name="Xiaoting Deng" userId="e58b8c51-db4a-4117-98b8-e400834c19b4" providerId="ADAL" clId="{836F0A4E-8740-5374-98B6-5955A8BBE2E1}" dt="2026-08-24T00:10:20.080" v="4989" actId="20577"/>
          <ac:spMkLst>
            <pc:docMk/>
            <pc:sldMk cId="54465582" sldId="468"/>
            <ac:spMk id="28" creationId="{AC93ED92-BDD7-28D1-F7D1-9B89B0DD6D3E}"/>
          </ac:spMkLst>
        </pc:spChg>
        <pc:spChg chg="add mod">
          <ac:chgData name="Xiaoting Deng" userId="e58b8c51-db4a-4117-98b8-e400834c19b4" providerId="ADAL" clId="{836F0A4E-8740-5374-98B6-5955A8BBE2E1}" dt="2026-08-24T00:26:31.546" v="5230" actId="207"/>
          <ac:spMkLst>
            <pc:docMk/>
            <pc:sldMk cId="54465582" sldId="468"/>
            <ac:spMk id="29" creationId="{3E44497D-CEE2-2200-0752-F0CCA1D5C22B}"/>
          </ac:spMkLst>
        </pc:spChg>
        <pc:spChg chg="mod">
          <ac:chgData name="Xiaoting Deng" userId="e58b8c51-db4a-4117-98b8-e400834c19b4" providerId="ADAL" clId="{836F0A4E-8740-5374-98B6-5955A8BBE2E1}" dt="2026-08-24T00:15:24.359" v="5063" actId="1076"/>
          <ac:spMkLst>
            <pc:docMk/>
            <pc:sldMk cId="54465582" sldId="468"/>
            <ac:spMk id="30" creationId="{A1D2E620-3613-2F7A-ACA3-94B6CE5FF0AD}"/>
          </ac:spMkLst>
        </pc:spChg>
        <pc:spChg chg="add mod">
          <ac:chgData name="Xiaoting Deng" userId="e58b8c51-db4a-4117-98b8-e400834c19b4" providerId="ADAL" clId="{836F0A4E-8740-5374-98B6-5955A8BBE2E1}" dt="2026-08-25T08:31:04.320" v="7405" actId="207"/>
          <ac:spMkLst>
            <pc:docMk/>
            <pc:sldMk cId="54465582" sldId="468"/>
            <ac:spMk id="31" creationId="{E18C205B-C9F8-B1C1-59E6-FB9CD09038C6}"/>
          </ac:spMkLst>
        </pc:spChg>
        <pc:spChg chg="add mod">
          <ac:chgData name="Xiaoting Deng" userId="e58b8c51-db4a-4117-98b8-e400834c19b4" providerId="ADAL" clId="{836F0A4E-8740-5374-98B6-5955A8BBE2E1}" dt="2026-08-25T08:31:04.320" v="7405" actId="207"/>
          <ac:spMkLst>
            <pc:docMk/>
            <pc:sldMk cId="54465582" sldId="468"/>
            <ac:spMk id="32" creationId="{4D220851-2B8B-079E-1AFF-CC8F3B6A425A}"/>
          </ac:spMkLst>
        </pc:spChg>
        <pc:spChg chg="mod">
          <ac:chgData name="Xiaoting Deng" userId="e58b8c51-db4a-4117-98b8-e400834c19b4" providerId="ADAL" clId="{836F0A4E-8740-5374-98B6-5955A8BBE2E1}" dt="2026-08-27T00:28:07.947" v="13696" actId="20577"/>
          <ac:spMkLst>
            <pc:docMk/>
            <pc:sldMk cId="54465582" sldId="468"/>
            <ac:spMk id="33" creationId="{1A6B7C3E-0F95-7AF5-D7E0-43C565D421AB}"/>
          </ac:spMkLst>
        </pc:spChg>
        <pc:spChg chg="add mod">
          <ac:chgData name="Xiaoting Deng" userId="e58b8c51-db4a-4117-98b8-e400834c19b4" providerId="ADAL" clId="{836F0A4E-8740-5374-98B6-5955A8BBE2E1}" dt="2026-08-24T00:27:27.308" v="5238" actId="14100"/>
          <ac:spMkLst>
            <pc:docMk/>
            <pc:sldMk cId="54465582" sldId="468"/>
            <ac:spMk id="34" creationId="{FBE54902-7FEF-9ADA-D640-2F1AB7DE8CA5}"/>
          </ac:spMkLst>
        </pc:spChg>
        <pc:spChg chg="add mod">
          <ac:chgData name="Xiaoting Deng" userId="e58b8c51-db4a-4117-98b8-e400834c19b4" providerId="ADAL" clId="{836F0A4E-8740-5374-98B6-5955A8BBE2E1}" dt="2026-08-27T09:02:05.849" v="14938" actId="1076"/>
          <ac:spMkLst>
            <pc:docMk/>
            <pc:sldMk cId="54465582" sldId="468"/>
            <ac:spMk id="35" creationId="{A024C451-2EDF-DA76-6FB5-A3FDAB484AFC}"/>
          </ac:spMkLst>
        </pc:spChg>
        <pc:spChg chg="add mod">
          <ac:chgData name="Xiaoting Deng" userId="e58b8c51-db4a-4117-98b8-e400834c19b4" providerId="ADAL" clId="{836F0A4E-8740-5374-98B6-5955A8BBE2E1}" dt="2026-08-27T00:28:17.527" v="13697" actId="1076"/>
          <ac:spMkLst>
            <pc:docMk/>
            <pc:sldMk cId="54465582" sldId="468"/>
            <ac:spMk id="36" creationId="{34867259-9D93-BCD4-9E3D-39EAAEEAFAA6}"/>
          </ac:spMkLst>
        </pc:spChg>
        <pc:spChg chg="add mod">
          <ac:chgData name="Xiaoting Deng" userId="e58b8c51-db4a-4117-98b8-e400834c19b4" providerId="ADAL" clId="{836F0A4E-8740-5374-98B6-5955A8BBE2E1}" dt="2026-08-25T08:31:04.320" v="7405" actId="207"/>
          <ac:spMkLst>
            <pc:docMk/>
            <pc:sldMk cId="54465582" sldId="468"/>
            <ac:spMk id="37" creationId="{947FF80E-246E-A880-D65E-A16C4D1EA30D}"/>
          </ac:spMkLst>
        </pc:spChg>
        <pc:spChg chg="add mod">
          <ac:chgData name="Xiaoting Deng" userId="e58b8c51-db4a-4117-98b8-e400834c19b4" providerId="ADAL" clId="{836F0A4E-8740-5374-98B6-5955A8BBE2E1}" dt="2026-08-25T08:31:04.320" v="7405" actId="207"/>
          <ac:spMkLst>
            <pc:docMk/>
            <pc:sldMk cId="54465582" sldId="468"/>
            <ac:spMk id="38" creationId="{F08DB259-F2F2-5277-C14C-266B8BA95E66}"/>
          </ac:spMkLst>
        </pc:spChg>
        <pc:spChg chg="add mod">
          <ac:chgData name="Xiaoting Deng" userId="e58b8c51-db4a-4117-98b8-e400834c19b4" providerId="ADAL" clId="{836F0A4E-8740-5374-98B6-5955A8BBE2E1}" dt="2026-08-25T09:09:12.630" v="8213" actId="1036"/>
          <ac:spMkLst>
            <pc:docMk/>
            <pc:sldMk cId="54465582" sldId="468"/>
            <ac:spMk id="39" creationId="{559AAA19-F50C-EFD2-2276-36CE9547A9B4}"/>
          </ac:spMkLst>
        </pc:spChg>
        <pc:spChg chg="add mod">
          <ac:chgData name="Xiaoting Deng" userId="e58b8c51-db4a-4117-98b8-e400834c19b4" providerId="ADAL" clId="{836F0A4E-8740-5374-98B6-5955A8BBE2E1}" dt="2026-08-25T09:09:12.630" v="8213" actId="1036"/>
          <ac:spMkLst>
            <pc:docMk/>
            <pc:sldMk cId="54465582" sldId="468"/>
            <ac:spMk id="40" creationId="{CC05B16A-7C13-30BE-CC71-D442D8FD73EA}"/>
          </ac:spMkLst>
        </pc:spChg>
        <pc:picChg chg="del mod">
          <ac:chgData name="Xiaoting Deng" userId="e58b8c51-db4a-4117-98b8-e400834c19b4" providerId="ADAL" clId="{836F0A4E-8740-5374-98B6-5955A8BBE2E1}" dt="2026-08-26T13:08:16.440" v="12469" actId="478"/>
          <ac:picMkLst>
            <pc:docMk/>
            <pc:sldMk cId="54465582" sldId="468"/>
            <ac:picMk id="6" creationId="{74019859-FACC-6EE6-3B3B-D02B20921463}"/>
          </ac:picMkLst>
        </pc:picChg>
        <pc:picChg chg="add mod">
          <ac:chgData name="Xiaoting Deng" userId="e58b8c51-db4a-4117-98b8-e400834c19b4" providerId="ADAL" clId="{836F0A4E-8740-5374-98B6-5955A8BBE2E1}" dt="2026-08-26T13:06:17.714" v="12409" actId="1076"/>
          <ac:picMkLst>
            <pc:docMk/>
            <pc:sldMk cId="54465582" sldId="468"/>
            <ac:picMk id="12" creationId="{9E45D068-6568-0A85-717B-380937880CEE}"/>
          </ac:picMkLst>
        </pc:picChg>
        <pc:cxnChg chg="add del mod">
          <ac:chgData name="Xiaoting Deng" userId="e58b8c51-db4a-4117-98b8-e400834c19b4" providerId="ADAL" clId="{836F0A4E-8740-5374-98B6-5955A8BBE2E1}" dt="2026-08-26T13:07:38.596" v="12457" actId="478"/>
          <ac:cxnSpMkLst>
            <pc:docMk/>
            <pc:sldMk cId="54465582" sldId="468"/>
            <ac:cxnSpMk id="17" creationId="{56F9B5D6-A000-15DF-17B8-6D41F6F53E6C}"/>
          </ac:cxnSpMkLst>
        </pc:cxnChg>
      </pc:sldChg>
      <pc:sldChg chg="addSp delSp modSp add mod setBg modNotes modNotesTx">
        <pc:chgData name="Xiaoting Deng" userId="e58b8c51-db4a-4117-98b8-e400834c19b4" providerId="ADAL" clId="{836F0A4E-8740-5374-98B6-5955A8BBE2E1}" dt="2026-08-27T13:00:24.537" v="16975" actId="20577"/>
        <pc:sldMkLst>
          <pc:docMk/>
          <pc:sldMk cId="3098684128" sldId="469"/>
        </pc:sldMkLst>
        <pc:spChg chg="add mod">
          <ac:chgData name="Xiaoting Deng" userId="e58b8c51-db4a-4117-98b8-e400834c19b4" providerId="ADAL" clId="{836F0A4E-8740-5374-98B6-5955A8BBE2E1}" dt="2026-08-26T23:33:17.439" v="12923" actId="1076"/>
          <ac:spMkLst>
            <pc:docMk/>
            <pc:sldMk cId="3098684128" sldId="469"/>
            <ac:spMk id="3" creationId="{21E2BBA8-1F2F-1C2A-3EFA-0EBBE7ACA817}"/>
          </ac:spMkLst>
        </pc:spChg>
        <pc:spChg chg="mod">
          <ac:chgData name="Xiaoting Deng" userId="e58b8c51-db4a-4117-98b8-e400834c19b4" providerId="ADAL" clId="{836F0A4E-8740-5374-98B6-5955A8BBE2E1}" dt="2026-08-26T23:36:39.358" v="12990" actId="1076"/>
          <ac:spMkLst>
            <pc:docMk/>
            <pc:sldMk cId="3098684128" sldId="469"/>
            <ac:spMk id="5" creationId="{AFB3A8E0-E43E-7741-9915-A94461BA7794}"/>
          </ac:spMkLst>
        </pc:spChg>
        <pc:spChg chg="add mod">
          <ac:chgData name="Xiaoting Deng" userId="e58b8c51-db4a-4117-98b8-e400834c19b4" providerId="ADAL" clId="{836F0A4E-8740-5374-98B6-5955A8BBE2E1}" dt="2026-08-26T23:33:37.167" v="12930" actId="1076"/>
          <ac:spMkLst>
            <pc:docMk/>
            <pc:sldMk cId="3098684128" sldId="469"/>
            <ac:spMk id="6" creationId="{9D059BCE-35CF-D090-DCB1-E4AE76EC30EC}"/>
          </ac:spMkLst>
        </pc:spChg>
        <pc:spChg chg="add mod">
          <ac:chgData name="Xiaoting Deng" userId="e58b8c51-db4a-4117-98b8-e400834c19b4" providerId="ADAL" clId="{836F0A4E-8740-5374-98B6-5955A8BBE2E1}" dt="2026-08-26T23:36:30.701" v="12989" actId="1036"/>
          <ac:spMkLst>
            <pc:docMk/>
            <pc:sldMk cId="3098684128" sldId="469"/>
            <ac:spMk id="7" creationId="{3157BF6A-3C23-40B4-D465-3C575C7A1301}"/>
          </ac:spMkLst>
        </pc:spChg>
        <pc:spChg chg="add del mod">
          <ac:chgData name="Xiaoting Deng" userId="e58b8c51-db4a-4117-98b8-e400834c19b4" providerId="ADAL" clId="{836F0A4E-8740-5374-98B6-5955A8BBE2E1}" dt="2026-08-26T23:36:21.335" v="12972" actId="478"/>
          <ac:spMkLst>
            <pc:docMk/>
            <pc:sldMk cId="3098684128" sldId="469"/>
            <ac:spMk id="8" creationId="{265D4ED5-C70A-B610-55BB-5F03892224EE}"/>
          </ac:spMkLst>
        </pc:spChg>
        <pc:spChg chg="add mod">
          <ac:chgData name="Xiaoting Deng" userId="e58b8c51-db4a-4117-98b8-e400834c19b4" providerId="ADAL" clId="{836F0A4E-8740-5374-98B6-5955A8BBE2E1}" dt="2026-08-26T23:36:30.701" v="12989" actId="1036"/>
          <ac:spMkLst>
            <pc:docMk/>
            <pc:sldMk cId="3098684128" sldId="469"/>
            <ac:spMk id="9" creationId="{F1F5BB67-2100-9552-E69F-E94F13B9C873}"/>
          </ac:spMkLst>
        </pc:spChg>
        <pc:spChg chg="add mod">
          <ac:chgData name="Xiaoting Deng" userId="e58b8c51-db4a-4117-98b8-e400834c19b4" providerId="ADAL" clId="{836F0A4E-8740-5374-98B6-5955A8BBE2E1}" dt="2026-08-26T23:36:30.701" v="12989" actId="1036"/>
          <ac:spMkLst>
            <pc:docMk/>
            <pc:sldMk cId="3098684128" sldId="469"/>
            <ac:spMk id="10" creationId="{744F1575-1379-79D8-172E-E19FFC4FFBBC}"/>
          </ac:spMkLst>
        </pc:spChg>
        <pc:spChg chg="add mod">
          <ac:chgData name="Xiaoting Deng" userId="e58b8c51-db4a-4117-98b8-e400834c19b4" providerId="ADAL" clId="{836F0A4E-8740-5374-98B6-5955A8BBE2E1}" dt="2026-08-25T12:31:24.407" v="10816" actId="403"/>
          <ac:spMkLst>
            <pc:docMk/>
            <pc:sldMk cId="3098684128" sldId="469"/>
            <ac:spMk id="11" creationId="{1AA2156D-B584-5055-5A48-8B8300348F70}"/>
          </ac:spMkLst>
        </pc:spChg>
        <pc:spChg chg="add del mod">
          <ac:chgData name="Xiaoting Deng" userId="e58b8c51-db4a-4117-98b8-e400834c19b4" providerId="ADAL" clId="{836F0A4E-8740-5374-98B6-5955A8BBE2E1}" dt="2026-08-26T23:34:39.810" v="12944" actId="478"/>
          <ac:spMkLst>
            <pc:docMk/>
            <pc:sldMk cId="3098684128" sldId="469"/>
            <ac:spMk id="13" creationId="{445DAF25-D8C6-EF98-C211-1DEBAB97F7D0}"/>
          </ac:spMkLst>
        </pc:spChg>
        <pc:spChg chg="add del mod">
          <ac:chgData name="Xiaoting Deng" userId="e58b8c51-db4a-4117-98b8-e400834c19b4" providerId="ADAL" clId="{836F0A4E-8740-5374-98B6-5955A8BBE2E1}" dt="2026-08-26T23:34:40.706" v="12945" actId="478"/>
          <ac:spMkLst>
            <pc:docMk/>
            <pc:sldMk cId="3098684128" sldId="469"/>
            <ac:spMk id="14" creationId="{EEA885C9-4526-9974-AFC2-1FCA2C5E00A7}"/>
          </ac:spMkLst>
        </pc:spChg>
        <pc:spChg chg="add mod">
          <ac:chgData name="Xiaoting Deng" userId="e58b8c51-db4a-4117-98b8-e400834c19b4" providerId="ADAL" clId="{836F0A4E-8740-5374-98B6-5955A8BBE2E1}" dt="2026-08-25T12:31:04.134" v="10811"/>
          <ac:spMkLst>
            <pc:docMk/>
            <pc:sldMk cId="3098684128" sldId="469"/>
            <ac:spMk id="15" creationId="{7157FE64-8F08-02C0-D292-81527334ABAD}"/>
          </ac:spMkLst>
        </pc:spChg>
        <pc:spChg chg="add mod">
          <ac:chgData name="Xiaoting Deng" userId="e58b8c51-db4a-4117-98b8-e400834c19b4" providerId="ADAL" clId="{836F0A4E-8740-5374-98B6-5955A8BBE2E1}" dt="2026-08-26T23:35:02.057" v="12953" actId="1076"/>
          <ac:spMkLst>
            <pc:docMk/>
            <pc:sldMk cId="3098684128" sldId="469"/>
            <ac:spMk id="16" creationId="{6EC95129-878D-5A41-F65F-FE89CC14E561}"/>
          </ac:spMkLst>
        </pc:spChg>
        <pc:spChg chg="add del mod">
          <ac:chgData name="Xiaoting Deng" userId="e58b8c51-db4a-4117-98b8-e400834c19b4" providerId="ADAL" clId="{836F0A4E-8740-5374-98B6-5955A8BBE2E1}" dt="2026-08-26T23:34:41.606" v="12946" actId="478"/>
          <ac:spMkLst>
            <pc:docMk/>
            <pc:sldMk cId="3098684128" sldId="469"/>
            <ac:spMk id="23" creationId="{43DF729F-00DC-DC16-1459-4A958B40CE25}"/>
          </ac:spMkLst>
        </pc:spChg>
        <pc:spChg chg="add del mod">
          <ac:chgData name="Xiaoting Deng" userId="e58b8c51-db4a-4117-98b8-e400834c19b4" providerId="ADAL" clId="{836F0A4E-8740-5374-98B6-5955A8BBE2E1}" dt="2026-08-26T13:09:02.501" v="12471" actId="478"/>
          <ac:spMkLst>
            <pc:docMk/>
            <pc:sldMk cId="3098684128" sldId="469"/>
            <ac:spMk id="24" creationId="{99D1312B-7F0B-7B47-DA74-724F470EBEB5}"/>
          </ac:spMkLst>
        </pc:spChg>
        <pc:spChg chg="add mod">
          <ac:chgData name="Xiaoting Deng" userId="e58b8c51-db4a-4117-98b8-e400834c19b4" providerId="ADAL" clId="{836F0A4E-8740-5374-98B6-5955A8BBE2E1}" dt="2026-08-26T23:35:00.075" v="12952" actId="1076"/>
          <ac:spMkLst>
            <pc:docMk/>
            <pc:sldMk cId="3098684128" sldId="469"/>
            <ac:spMk id="25" creationId="{0CB956F1-4DA9-E4CF-4BAC-4F112B4838D8}"/>
          </ac:spMkLst>
        </pc:spChg>
        <pc:spChg chg="add mod">
          <ac:chgData name="Xiaoting Deng" userId="e58b8c51-db4a-4117-98b8-e400834c19b4" providerId="ADAL" clId="{836F0A4E-8740-5374-98B6-5955A8BBE2E1}" dt="2026-08-26T23:34:57.661" v="12951" actId="1076"/>
          <ac:spMkLst>
            <pc:docMk/>
            <pc:sldMk cId="3098684128" sldId="469"/>
            <ac:spMk id="26" creationId="{14E541F9-B923-7A6C-7526-EF83146A113A}"/>
          </ac:spMkLst>
        </pc:spChg>
        <pc:spChg chg="mod">
          <ac:chgData name="Xiaoting Deng" userId="e58b8c51-db4a-4117-98b8-e400834c19b4" providerId="ADAL" clId="{836F0A4E-8740-5374-98B6-5955A8BBE2E1}" dt="2026-08-25T08:40:56.965" v="7551" actId="207"/>
          <ac:spMkLst>
            <pc:docMk/>
            <pc:sldMk cId="3098684128" sldId="469"/>
            <ac:spMk id="28" creationId="{3FD7BF6E-EF39-CCF4-42B0-3EEC6AB7042A}"/>
          </ac:spMkLst>
        </pc:spChg>
        <pc:spChg chg="add mod">
          <ac:chgData name="Xiaoting Deng" userId="e58b8c51-db4a-4117-98b8-e400834c19b4" providerId="ADAL" clId="{836F0A4E-8740-5374-98B6-5955A8BBE2E1}" dt="2026-08-26T23:36:30.701" v="12989" actId="1036"/>
          <ac:spMkLst>
            <pc:docMk/>
            <pc:sldMk cId="3098684128" sldId="469"/>
            <ac:spMk id="48" creationId="{310A75B5-D740-7B79-C420-C3185B28BC13}"/>
          </ac:spMkLst>
        </pc:spChg>
        <pc:spChg chg="add mod">
          <ac:chgData name="Xiaoting Deng" userId="e58b8c51-db4a-4117-98b8-e400834c19b4" providerId="ADAL" clId="{836F0A4E-8740-5374-98B6-5955A8BBE2E1}" dt="2026-08-26T23:36:30.701" v="12989" actId="1036"/>
          <ac:spMkLst>
            <pc:docMk/>
            <pc:sldMk cId="3098684128" sldId="469"/>
            <ac:spMk id="66" creationId="{F0E3C9D2-B706-2DCD-E56C-903D7B123852}"/>
          </ac:spMkLst>
        </pc:spChg>
        <pc:spChg chg="add mod">
          <ac:chgData name="Xiaoting Deng" userId="e58b8c51-db4a-4117-98b8-e400834c19b4" providerId="ADAL" clId="{836F0A4E-8740-5374-98B6-5955A8BBE2E1}" dt="2026-08-25T12:29:29.304" v="10776" actId="1076"/>
          <ac:spMkLst>
            <pc:docMk/>
            <pc:sldMk cId="3098684128" sldId="469"/>
            <ac:spMk id="69" creationId="{1B458750-BB9D-1FEA-3EB2-5DFC3C898C11}"/>
          </ac:spMkLst>
        </pc:spChg>
        <pc:spChg chg="add mod">
          <ac:chgData name="Xiaoting Deng" userId="e58b8c51-db4a-4117-98b8-e400834c19b4" providerId="ADAL" clId="{836F0A4E-8740-5374-98B6-5955A8BBE2E1}" dt="2026-08-26T12:57:45.778" v="12155" actId="1076"/>
          <ac:spMkLst>
            <pc:docMk/>
            <pc:sldMk cId="3098684128" sldId="469"/>
            <ac:spMk id="70" creationId="{0E44BEF0-4242-0830-AB56-69D170FCF9F6}"/>
          </ac:spMkLst>
        </pc:spChg>
        <pc:spChg chg="add mod">
          <ac:chgData name="Xiaoting Deng" userId="e58b8c51-db4a-4117-98b8-e400834c19b4" providerId="ADAL" clId="{836F0A4E-8740-5374-98B6-5955A8BBE2E1}" dt="2026-08-26T12:57:39.274" v="12154" actId="1035"/>
          <ac:spMkLst>
            <pc:docMk/>
            <pc:sldMk cId="3098684128" sldId="469"/>
            <ac:spMk id="76" creationId="{0BD8F554-EB65-1297-A6CD-A3F0FA849A41}"/>
          </ac:spMkLst>
        </pc:spChg>
        <pc:spChg chg="add mod">
          <ac:chgData name="Xiaoting Deng" userId="e58b8c51-db4a-4117-98b8-e400834c19b4" providerId="ADAL" clId="{836F0A4E-8740-5374-98B6-5955A8BBE2E1}" dt="2026-08-26T23:36:08.206" v="12968" actId="1076"/>
          <ac:spMkLst>
            <pc:docMk/>
            <pc:sldMk cId="3098684128" sldId="469"/>
            <ac:spMk id="78" creationId="{F623342C-47D8-9DD0-4F9E-A962520A677A}"/>
          </ac:spMkLst>
        </pc:spChg>
        <pc:grpChg chg="add mod">
          <ac:chgData name="Xiaoting Deng" userId="e58b8c51-db4a-4117-98b8-e400834c19b4" providerId="ADAL" clId="{836F0A4E-8740-5374-98B6-5955A8BBE2E1}" dt="2026-08-26T23:36:30.701" v="12989" actId="1036"/>
          <ac:grpSpMkLst>
            <pc:docMk/>
            <pc:sldMk cId="3098684128" sldId="469"/>
            <ac:grpSpMk id="2" creationId="{1980C241-1BFE-7731-3543-BA81E31A8F74}"/>
          </ac:grpSpMkLst>
        </pc:grpChg>
        <pc:grpChg chg="add mod">
          <ac:chgData name="Xiaoting Deng" userId="e58b8c51-db4a-4117-98b8-e400834c19b4" providerId="ADAL" clId="{836F0A4E-8740-5374-98B6-5955A8BBE2E1}" dt="2026-08-26T23:36:30.701" v="12989" actId="1036"/>
          <ac:grpSpMkLst>
            <pc:docMk/>
            <pc:sldMk cId="3098684128" sldId="469"/>
            <ac:grpSpMk id="4" creationId="{DB829970-36B9-5269-E644-E01E268610A2}"/>
          </ac:grpSpMkLst>
        </pc:grpChg>
        <pc:grpChg chg="add mod">
          <ac:chgData name="Xiaoting Deng" userId="e58b8c51-db4a-4117-98b8-e400834c19b4" providerId="ADAL" clId="{836F0A4E-8740-5374-98B6-5955A8BBE2E1}" dt="2026-08-26T23:36:30.701" v="12989" actId="1036"/>
          <ac:grpSpMkLst>
            <pc:docMk/>
            <pc:sldMk cId="3098684128" sldId="469"/>
            <ac:grpSpMk id="12" creationId="{6D7E2F8F-9255-8987-D4FC-74409A0CC5B8}"/>
          </ac:grpSpMkLst>
        </pc:grpChg>
      </pc:sldChg>
      <pc:sldChg chg="addSp delSp modSp add mod setBg modNotesTx">
        <pc:chgData name="Xiaoting Deng" userId="e58b8c51-db4a-4117-98b8-e400834c19b4" providerId="ADAL" clId="{836F0A4E-8740-5374-98B6-5955A8BBE2E1}" dt="2026-08-27T13:14:25.232" v="16976" actId="20577"/>
        <pc:sldMkLst>
          <pc:docMk/>
          <pc:sldMk cId="1256195038" sldId="470"/>
        </pc:sldMkLst>
        <pc:spChg chg="add del mod">
          <ac:chgData name="Xiaoting Deng" userId="e58b8c51-db4a-4117-98b8-e400834c19b4" providerId="ADAL" clId="{836F0A4E-8740-5374-98B6-5955A8BBE2E1}" dt="2026-08-26T13:11:06.574" v="12497" actId="478"/>
          <ac:spMkLst>
            <pc:docMk/>
            <pc:sldMk cId="1256195038" sldId="470"/>
            <ac:spMk id="2" creationId="{1B2D86D9-2683-BBC6-3DFA-CD9221223C95}"/>
          </ac:spMkLst>
        </pc:spChg>
        <pc:spChg chg="add mod">
          <ac:chgData name="Xiaoting Deng" userId="e58b8c51-db4a-4117-98b8-e400834c19b4" providerId="ADAL" clId="{836F0A4E-8740-5374-98B6-5955A8BBE2E1}" dt="2026-08-27T10:01:15.849" v="16082" actId="1076"/>
          <ac:spMkLst>
            <pc:docMk/>
            <pc:sldMk cId="1256195038" sldId="470"/>
            <ac:spMk id="2" creationId="{F553E415-7EE5-12C2-29CE-8F87286B47C6}"/>
          </ac:spMkLst>
        </pc:spChg>
        <pc:spChg chg="add del mod">
          <ac:chgData name="Xiaoting Deng" userId="e58b8c51-db4a-4117-98b8-e400834c19b4" providerId="ADAL" clId="{836F0A4E-8740-5374-98B6-5955A8BBE2E1}" dt="2026-08-27T00:02:37.523" v="13356" actId="478"/>
          <ac:spMkLst>
            <pc:docMk/>
            <pc:sldMk cId="1256195038" sldId="470"/>
            <ac:spMk id="3" creationId="{56A4C0CC-983D-C89D-0EB4-E0F9C18F62BA}"/>
          </ac:spMkLst>
        </pc:spChg>
        <pc:spChg chg="mod">
          <ac:chgData name="Xiaoting Deng" userId="e58b8c51-db4a-4117-98b8-e400834c19b4" providerId="ADAL" clId="{836F0A4E-8740-5374-98B6-5955A8BBE2E1}" dt="2026-08-25T09:28:57.830" v="8405" actId="207"/>
          <ac:spMkLst>
            <pc:docMk/>
            <pc:sldMk cId="1256195038" sldId="470"/>
            <ac:spMk id="4" creationId="{5BABCEC3-433E-CC86-CD52-CC512D055555}"/>
          </ac:spMkLst>
        </pc:spChg>
        <pc:spChg chg="add del mod">
          <ac:chgData name="Xiaoting Deng" userId="e58b8c51-db4a-4117-98b8-e400834c19b4" providerId="ADAL" clId="{836F0A4E-8740-5374-98B6-5955A8BBE2E1}" dt="2026-08-27T00:02:03.183" v="13347" actId="478"/>
          <ac:spMkLst>
            <pc:docMk/>
            <pc:sldMk cId="1256195038" sldId="470"/>
            <ac:spMk id="5" creationId="{9A4CECD8-D218-4DB6-C263-A5D17BD39433}"/>
          </ac:spMkLst>
        </pc:spChg>
        <pc:spChg chg="add mod">
          <ac:chgData name="Xiaoting Deng" userId="e58b8c51-db4a-4117-98b8-e400834c19b4" providerId="ADAL" clId="{836F0A4E-8740-5374-98B6-5955A8BBE2E1}" dt="2026-08-27T00:05:26.466" v="13383" actId="1036"/>
          <ac:spMkLst>
            <pc:docMk/>
            <pc:sldMk cId="1256195038" sldId="470"/>
            <ac:spMk id="10" creationId="{2D911B40-FB17-80FE-E7B9-FA521EB25DD5}"/>
          </ac:spMkLst>
        </pc:spChg>
        <pc:spChg chg="add mod">
          <ac:chgData name="Xiaoting Deng" userId="e58b8c51-db4a-4117-98b8-e400834c19b4" providerId="ADAL" clId="{836F0A4E-8740-5374-98B6-5955A8BBE2E1}" dt="2026-08-25T02:11:32.966" v="6964" actId="207"/>
          <ac:spMkLst>
            <pc:docMk/>
            <pc:sldMk cId="1256195038" sldId="470"/>
            <ac:spMk id="12" creationId="{4AB79C90-B1FE-8340-A76F-E0C4E7CB713F}"/>
          </ac:spMkLst>
        </pc:spChg>
        <pc:spChg chg="add mod">
          <ac:chgData name="Xiaoting Deng" userId="e58b8c51-db4a-4117-98b8-e400834c19b4" providerId="ADAL" clId="{836F0A4E-8740-5374-98B6-5955A8BBE2E1}" dt="2026-08-27T09:11:04.308" v="15047" actId="1076"/>
          <ac:spMkLst>
            <pc:docMk/>
            <pc:sldMk cId="1256195038" sldId="470"/>
            <ac:spMk id="13" creationId="{AB77711C-6010-BE13-BB70-9F598D038F5A}"/>
          </ac:spMkLst>
        </pc:spChg>
        <pc:spChg chg="add mod">
          <ac:chgData name="Xiaoting Deng" userId="e58b8c51-db4a-4117-98b8-e400834c19b4" providerId="ADAL" clId="{836F0A4E-8740-5374-98B6-5955A8BBE2E1}" dt="2026-08-27T00:05:26.466" v="13383" actId="1036"/>
          <ac:spMkLst>
            <pc:docMk/>
            <pc:sldMk cId="1256195038" sldId="470"/>
            <ac:spMk id="14" creationId="{AA7CA6C7-E5CD-0C62-9FA4-9FAD90880F75}"/>
          </ac:spMkLst>
        </pc:spChg>
        <pc:spChg chg="mod">
          <ac:chgData name="Xiaoting Deng" userId="e58b8c51-db4a-4117-98b8-e400834c19b4" providerId="ADAL" clId="{836F0A4E-8740-5374-98B6-5955A8BBE2E1}" dt="2026-08-25T09:44:30.873" v="8617" actId="20577"/>
          <ac:spMkLst>
            <pc:docMk/>
            <pc:sldMk cId="1256195038" sldId="470"/>
            <ac:spMk id="28" creationId="{E738AEDE-42E6-FA6A-DD64-99FB7708B70C}"/>
          </ac:spMkLst>
        </pc:spChg>
        <pc:spChg chg="mod">
          <ac:chgData name="Xiaoting Deng" userId="e58b8c51-db4a-4117-98b8-e400834c19b4" providerId="ADAL" clId="{836F0A4E-8740-5374-98B6-5955A8BBE2E1}" dt="2026-08-25T02:11:32.966" v="6964" actId="207"/>
          <ac:spMkLst>
            <pc:docMk/>
            <pc:sldMk cId="1256195038" sldId="470"/>
            <ac:spMk id="34" creationId="{20B04BD1-057E-5FB8-9544-FEFC2C033D2F}"/>
          </ac:spMkLst>
        </pc:spChg>
        <pc:graphicFrameChg chg="add mod modGraphic">
          <ac:chgData name="Xiaoting Deng" userId="e58b8c51-db4a-4117-98b8-e400834c19b4" providerId="ADAL" clId="{836F0A4E-8740-5374-98B6-5955A8BBE2E1}" dt="2026-08-27T09:14:32.771" v="15063" actId="404"/>
          <ac:graphicFrameMkLst>
            <pc:docMk/>
            <pc:sldMk cId="1256195038" sldId="470"/>
            <ac:graphicFrameMk id="11" creationId="{6C71C185-807F-4817-C8E6-5EB8486A2699}"/>
          </ac:graphicFrameMkLst>
        </pc:graphicFrameChg>
        <pc:picChg chg="add mod">
          <ac:chgData name="Xiaoting Deng" userId="e58b8c51-db4a-4117-98b8-e400834c19b4" providerId="ADAL" clId="{836F0A4E-8740-5374-98B6-5955A8BBE2E1}" dt="2026-08-27T00:02:45.229" v="13357" actId="1076"/>
          <ac:picMkLst>
            <pc:docMk/>
            <pc:sldMk cId="1256195038" sldId="470"/>
            <ac:picMk id="6" creationId="{C5822E3F-8307-B5BE-4D26-EA50FA85BF64}"/>
          </ac:picMkLst>
        </pc:picChg>
        <pc:picChg chg="add mod modCrop">
          <ac:chgData name="Xiaoting Deng" userId="e58b8c51-db4a-4117-98b8-e400834c19b4" providerId="ADAL" clId="{836F0A4E-8740-5374-98B6-5955A8BBE2E1}" dt="2026-08-27T00:05:24.212" v="13382" actId="14100"/>
          <ac:picMkLst>
            <pc:docMk/>
            <pc:sldMk cId="1256195038" sldId="470"/>
            <ac:picMk id="7" creationId="{0DA8B9E9-C648-62D1-6979-ADB6973288BD}"/>
          </ac:picMkLst>
        </pc:picChg>
        <pc:picChg chg="add mod">
          <ac:chgData name="Xiaoting Deng" userId="e58b8c51-db4a-4117-98b8-e400834c19b4" providerId="ADAL" clId="{836F0A4E-8740-5374-98B6-5955A8BBE2E1}" dt="2026-08-27T00:02:45.229" v="13357" actId="1076"/>
          <ac:picMkLst>
            <pc:docMk/>
            <pc:sldMk cId="1256195038" sldId="470"/>
            <ac:picMk id="9" creationId="{7843BDF6-519D-627B-D4A6-37D8EFDE7A5E}"/>
          </ac:picMkLst>
        </pc:picChg>
      </pc:sldChg>
      <pc:sldChg chg="addSp delSp modSp add del mod ord modShow">
        <pc:chgData name="Xiaoting Deng" userId="e58b8c51-db4a-4117-98b8-e400834c19b4" providerId="ADAL" clId="{836F0A4E-8740-5374-98B6-5955A8BBE2E1}" dt="2026-08-27T00:58:40.876" v="14022" actId="2696"/>
        <pc:sldMkLst>
          <pc:docMk/>
          <pc:sldMk cId="2961059033" sldId="471"/>
        </pc:sldMkLst>
      </pc:sldChg>
      <pc:sldChg chg="addSp delSp modSp add mod ord modNotes modNotesTx">
        <pc:chgData name="Xiaoting Deng" userId="e58b8c51-db4a-4117-98b8-e400834c19b4" providerId="ADAL" clId="{836F0A4E-8740-5374-98B6-5955A8BBE2E1}" dt="2026-08-27T13:39:07.147" v="17062" actId="20577"/>
        <pc:sldMkLst>
          <pc:docMk/>
          <pc:sldMk cId="3311083474" sldId="472"/>
        </pc:sldMkLst>
        <pc:spChg chg="add mod">
          <ac:chgData name="Xiaoting Deng" userId="e58b8c51-db4a-4117-98b8-e400834c19b4" providerId="ADAL" clId="{836F0A4E-8740-5374-98B6-5955A8BBE2E1}" dt="2026-08-25T08:31:52.571" v="7439" actId="1038"/>
          <ac:spMkLst>
            <pc:docMk/>
            <pc:sldMk cId="3311083474" sldId="472"/>
            <ac:spMk id="2" creationId="{73149806-C275-6F01-4323-1A8DA3823807}"/>
          </ac:spMkLst>
        </pc:spChg>
        <pc:spChg chg="add mod">
          <ac:chgData name="Xiaoting Deng" userId="e58b8c51-db4a-4117-98b8-e400834c19b4" providerId="ADAL" clId="{836F0A4E-8740-5374-98B6-5955A8BBE2E1}" dt="2026-08-25T08:31:52.571" v="7439" actId="1038"/>
          <ac:spMkLst>
            <pc:docMk/>
            <pc:sldMk cId="3311083474" sldId="472"/>
            <ac:spMk id="3" creationId="{4C108665-F5C0-7F21-75F5-7B863207E323}"/>
          </ac:spMkLst>
        </pc:spChg>
        <pc:spChg chg="mod">
          <ac:chgData name="Xiaoting Deng" userId="e58b8c51-db4a-4117-98b8-e400834c19b4" providerId="ADAL" clId="{836F0A4E-8740-5374-98B6-5955A8BBE2E1}" dt="2026-08-25T10:27:29.042" v="9206" actId="113"/>
          <ac:spMkLst>
            <pc:docMk/>
            <pc:sldMk cId="3311083474" sldId="472"/>
            <ac:spMk id="5" creationId="{462ACBD4-8D67-BDD0-88F3-70605D9227F6}"/>
          </ac:spMkLst>
        </pc:spChg>
        <pc:spChg chg="add mod">
          <ac:chgData name="Xiaoting Deng" userId="e58b8c51-db4a-4117-98b8-e400834c19b4" providerId="ADAL" clId="{836F0A4E-8740-5374-98B6-5955A8BBE2E1}" dt="2026-08-25T08:31:52.571" v="7439" actId="1038"/>
          <ac:spMkLst>
            <pc:docMk/>
            <pc:sldMk cId="3311083474" sldId="472"/>
            <ac:spMk id="6" creationId="{B6F8DAD8-4803-B4FE-8D0C-B4AB8C2F036F}"/>
          </ac:spMkLst>
        </pc:spChg>
        <pc:spChg chg="add mod">
          <ac:chgData name="Xiaoting Deng" userId="e58b8c51-db4a-4117-98b8-e400834c19b4" providerId="ADAL" clId="{836F0A4E-8740-5374-98B6-5955A8BBE2E1}" dt="2026-08-27T08:39:36.594" v="14570" actId="1076"/>
          <ac:spMkLst>
            <pc:docMk/>
            <pc:sldMk cId="3311083474" sldId="472"/>
            <ac:spMk id="7" creationId="{96BF0FF8-977F-7C38-FF99-49DD6B90C46A}"/>
          </ac:spMkLst>
        </pc:spChg>
        <pc:spChg chg="add del">
          <ac:chgData name="Xiaoting Deng" userId="e58b8c51-db4a-4117-98b8-e400834c19b4" providerId="ADAL" clId="{836F0A4E-8740-5374-98B6-5955A8BBE2E1}" dt="2026-08-27T09:18:14.416" v="15070" actId="22"/>
          <ac:spMkLst>
            <pc:docMk/>
            <pc:sldMk cId="3311083474" sldId="472"/>
            <ac:spMk id="9" creationId="{2020F2EF-994A-085D-3C46-D925D01BC74B}"/>
          </ac:spMkLst>
        </pc:spChg>
        <pc:spChg chg="add mod">
          <ac:chgData name="Xiaoting Deng" userId="e58b8c51-db4a-4117-98b8-e400834c19b4" providerId="ADAL" clId="{836F0A4E-8740-5374-98B6-5955A8BBE2E1}" dt="2026-08-25T11:35:38.089" v="9962" actId="1036"/>
          <ac:spMkLst>
            <pc:docMk/>
            <pc:sldMk cId="3311083474" sldId="472"/>
            <ac:spMk id="11" creationId="{FF08F26A-0731-49F3-D0E9-303639E50082}"/>
          </ac:spMkLst>
        </pc:spChg>
        <pc:spChg chg="add mod">
          <ac:chgData name="Xiaoting Deng" userId="e58b8c51-db4a-4117-98b8-e400834c19b4" providerId="ADAL" clId="{836F0A4E-8740-5374-98B6-5955A8BBE2E1}" dt="2026-08-25T11:35:34.163" v="9960" actId="1076"/>
          <ac:spMkLst>
            <pc:docMk/>
            <pc:sldMk cId="3311083474" sldId="472"/>
            <ac:spMk id="12" creationId="{6C159E14-D62B-D543-2B5A-32394FDD09EA}"/>
          </ac:spMkLst>
        </pc:spChg>
        <pc:spChg chg="add mod">
          <ac:chgData name="Xiaoting Deng" userId="e58b8c51-db4a-4117-98b8-e400834c19b4" providerId="ADAL" clId="{836F0A4E-8740-5374-98B6-5955A8BBE2E1}" dt="2026-08-25T11:35:34.163" v="9960" actId="1076"/>
          <ac:spMkLst>
            <pc:docMk/>
            <pc:sldMk cId="3311083474" sldId="472"/>
            <ac:spMk id="13" creationId="{B8E52A26-6B71-6601-41B0-3200A03424E4}"/>
          </ac:spMkLst>
        </pc:spChg>
        <pc:spChg chg="add mod">
          <ac:chgData name="Xiaoting Deng" userId="e58b8c51-db4a-4117-98b8-e400834c19b4" providerId="ADAL" clId="{836F0A4E-8740-5374-98B6-5955A8BBE2E1}" dt="2026-08-25T11:35:34.163" v="9960" actId="1076"/>
          <ac:spMkLst>
            <pc:docMk/>
            <pc:sldMk cId="3311083474" sldId="472"/>
            <ac:spMk id="16" creationId="{4F1EEB69-B4C7-244B-0153-D2712882B6E4}"/>
          </ac:spMkLst>
        </pc:spChg>
        <pc:spChg chg="add mod">
          <ac:chgData name="Xiaoting Deng" userId="e58b8c51-db4a-4117-98b8-e400834c19b4" providerId="ADAL" clId="{836F0A4E-8740-5374-98B6-5955A8BBE2E1}" dt="2026-08-25T11:35:38.089" v="9962" actId="1036"/>
          <ac:spMkLst>
            <pc:docMk/>
            <pc:sldMk cId="3311083474" sldId="472"/>
            <ac:spMk id="17" creationId="{A3B2286D-9E76-B551-132B-55832E14BB12}"/>
          </ac:spMkLst>
        </pc:spChg>
        <pc:spChg chg="add mod">
          <ac:chgData name="Xiaoting Deng" userId="e58b8c51-db4a-4117-98b8-e400834c19b4" providerId="ADAL" clId="{836F0A4E-8740-5374-98B6-5955A8BBE2E1}" dt="2026-08-25T11:35:38.089" v="9962" actId="1036"/>
          <ac:spMkLst>
            <pc:docMk/>
            <pc:sldMk cId="3311083474" sldId="472"/>
            <ac:spMk id="18" creationId="{2E56801D-5942-703F-FD5E-3C775B08784A}"/>
          </ac:spMkLst>
        </pc:spChg>
        <pc:spChg chg="add mod">
          <ac:chgData name="Xiaoting Deng" userId="e58b8c51-db4a-4117-98b8-e400834c19b4" providerId="ADAL" clId="{836F0A4E-8740-5374-98B6-5955A8BBE2E1}" dt="2026-08-25T10:27:32.024" v="9207" actId="113"/>
          <ac:spMkLst>
            <pc:docMk/>
            <pc:sldMk cId="3311083474" sldId="472"/>
            <ac:spMk id="19" creationId="{7FE94DD0-0984-71A7-9595-CF21C47A1994}"/>
          </ac:spMkLst>
        </pc:spChg>
        <pc:spChg chg="mod">
          <ac:chgData name="Xiaoting Deng" userId="e58b8c51-db4a-4117-98b8-e400834c19b4" providerId="ADAL" clId="{836F0A4E-8740-5374-98B6-5955A8BBE2E1}" dt="2026-08-25T08:31:52.571" v="7439" actId="1038"/>
          <ac:spMkLst>
            <pc:docMk/>
            <pc:sldMk cId="3311083474" sldId="472"/>
            <ac:spMk id="20" creationId="{C5CC6108-1733-4DA9-08E9-BB64DF9BED8B}"/>
          </ac:spMkLst>
        </pc:spChg>
        <pc:spChg chg="add del mod">
          <ac:chgData name="Xiaoting Deng" userId="e58b8c51-db4a-4117-98b8-e400834c19b4" providerId="ADAL" clId="{836F0A4E-8740-5374-98B6-5955A8BBE2E1}" dt="2026-08-27T08:39:33.404" v="14569" actId="478"/>
          <ac:spMkLst>
            <pc:docMk/>
            <pc:sldMk cId="3311083474" sldId="472"/>
            <ac:spMk id="21" creationId="{4A370885-380E-6A59-9ECE-99D9C9BC8E43}"/>
          </ac:spMkLst>
        </pc:spChg>
        <pc:spChg chg="mod">
          <ac:chgData name="Xiaoting Deng" userId="e58b8c51-db4a-4117-98b8-e400834c19b4" providerId="ADAL" clId="{836F0A4E-8740-5374-98B6-5955A8BBE2E1}" dt="2026-08-25T08:31:52.571" v="7439" actId="1038"/>
          <ac:spMkLst>
            <pc:docMk/>
            <pc:sldMk cId="3311083474" sldId="472"/>
            <ac:spMk id="23" creationId="{73F8B0D0-DE72-4512-0C49-3A4E2B1494AF}"/>
          </ac:spMkLst>
        </pc:spChg>
        <pc:spChg chg="mod">
          <ac:chgData name="Xiaoting Deng" userId="e58b8c51-db4a-4117-98b8-e400834c19b4" providerId="ADAL" clId="{836F0A4E-8740-5374-98B6-5955A8BBE2E1}" dt="2026-08-25T08:31:52.571" v="7439" actId="1038"/>
          <ac:spMkLst>
            <pc:docMk/>
            <pc:sldMk cId="3311083474" sldId="472"/>
            <ac:spMk id="24" creationId="{465C6788-62BB-8CE8-0B1A-32AC0C0F270F}"/>
          </ac:spMkLst>
        </pc:spChg>
        <pc:spChg chg="add mod">
          <ac:chgData name="Xiaoting Deng" userId="e58b8c51-db4a-4117-98b8-e400834c19b4" providerId="ADAL" clId="{836F0A4E-8740-5374-98B6-5955A8BBE2E1}" dt="2026-08-25T08:31:55.982" v="7440" actId="14100"/>
          <ac:spMkLst>
            <pc:docMk/>
            <pc:sldMk cId="3311083474" sldId="472"/>
            <ac:spMk id="25" creationId="{2D76ABBC-67A7-A087-8320-947E8DC6A860}"/>
          </ac:spMkLst>
        </pc:spChg>
        <pc:spChg chg="add mod">
          <ac:chgData name="Xiaoting Deng" userId="e58b8c51-db4a-4117-98b8-e400834c19b4" providerId="ADAL" clId="{836F0A4E-8740-5374-98B6-5955A8BBE2E1}" dt="2026-08-25T10:28:48.688" v="9217" actId="14100"/>
          <ac:spMkLst>
            <pc:docMk/>
            <pc:sldMk cId="3311083474" sldId="472"/>
            <ac:spMk id="26" creationId="{977D355C-B189-6D39-5FCC-B64BA38F0C73}"/>
          </ac:spMkLst>
        </pc:spChg>
        <pc:cxnChg chg="mod">
          <ac:chgData name="Xiaoting Deng" userId="e58b8c51-db4a-4117-98b8-e400834c19b4" providerId="ADAL" clId="{836F0A4E-8740-5374-98B6-5955A8BBE2E1}" dt="2026-08-25T08:31:52.571" v="7439" actId="1038"/>
          <ac:cxnSpMkLst>
            <pc:docMk/>
            <pc:sldMk cId="3311083474" sldId="472"/>
            <ac:cxnSpMk id="14" creationId="{6465607F-7043-ED19-7BBD-F3FDB249A2E8}"/>
          </ac:cxnSpMkLst>
        </pc:cxnChg>
        <pc:cxnChg chg="mod">
          <ac:chgData name="Xiaoting Deng" userId="e58b8c51-db4a-4117-98b8-e400834c19b4" providerId="ADAL" clId="{836F0A4E-8740-5374-98B6-5955A8BBE2E1}" dt="2026-08-25T08:31:52.571" v="7439" actId="1038"/>
          <ac:cxnSpMkLst>
            <pc:docMk/>
            <pc:sldMk cId="3311083474" sldId="472"/>
            <ac:cxnSpMk id="22" creationId="{FE03A506-4E27-F6C0-611F-A76BFD2ED038}"/>
          </ac:cxnSpMkLst>
        </pc:cxnChg>
        <pc:cxnChg chg="add mod">
          <ac:chgData name="Xiaoting Deng" userId="e58b8c51-db4a-4117-98b8-e400834c19b4" providerId="ADAL" clId="{836F0A4E-8740-5374-98B6-5955A8BBE2E1}" dt="2026-08-25T10:26:02.937" v="9197" actId="14100"/>
          <ac:cxnSpMkLst>
            <pc:docMk/>
            <pc:sldMk cId="3311083474" sldId="472"/>
            <ac:cxnSpMk id="29" creationId="{7254FECA-BA52-707C-5205-CBB97AE14CAA}"/>
          </ac:cxnSpMkLst>
        </pc:cxnChg>
        <pc:cxnChg chg="add mod">
          <ac:chgData name="Xiaoting Deng" userId="e58b8c51-db4a-4117-98b8-e400834c19b4" providerId="ADAL" clId="{836F0A4E-8740-5374-98B6-5955A8BBE2E1}" dt="2026-08-25T08:32:08.891" v="7454" actId="1037"/>
          <ac:cxnSpMkLst>
            <pc:docMk/>
            <pc:sldMk cId="3311083474" sldId="472"/>
            <ac:cxnSpMk id="30" creationId="{73919716-2B06-2CAB-9653-6D251CD74137}"/>
          </ac:cxnSpMkLst>
        </pc:cxnChg>
      </pc:sldChg>
      <pc:sldChg chg="addSp delSp modSp add mod modNotesTx">
        <pc:chgData name="Xiaoting Deng" userId="e58b8c51-db4a-4117-98b8-e400834c19b4" providerId="ADAL" clId="{836F0A4E-8740-5374-98B6-5955A8BBE2E1}" dt="2026-08-27T12:58:57.577" v="16948" actId="207"/>
        <pc:sldMkLst>
          <pc:docMk/>
          <pc:sldMk cId="472479088" sldId="473"/>
        </pc:sldMkLst>
        <pc:spChg chg="add mod">
          <ac:chgData name="Xiaoting Deng" userId="e58b8c51-db4a-4117-98b8-e400834c19b4" providerId="ADAL" clId="{836F0A4E-8740-5374-98B6-5955A8BBE2E1}" dt="2026-08-26T11:47:34.536" v="12090" actId="20577"/>
          <ac:spMkLst>
            <pc:docMk/>
            <pc:sldMk cId="472479088" sldId="473"/>
            <ac:spMk id="3" creationId="{5119D782-37A3-FF47-EB85-0A5A6D477A8D}"/>
          </ac:spMkLst>
        </pc:spChg>
        <pc:spChg chg="add mod">
          <ac:chgData name="Xiaoting Deng" userId="e58b8c51-db4a-4117-98b8-e400834c19b4" providerId="ADAL" clId="{836F0A4E-8740-5374-98B6-5955A8BBE2E1}" dt="2026-08-26T23:26:57.585" v="12863" actId="1076"/>
          <ac:spMkLst>
            <pc:docMk/>
            <pc:sldMk cId="472479088" sldId="473"/>
            <ac:spMk id="5" creationId="{919A50B3-529B-2C9D-77B7-1CE6398AA263}"/>
          </ac:spMkLst>
        </pc:spChg>
        <pc:spChg chg="add mod">
          <ac:chgData name="Xiaoting Deng" userId="e58b8c51-db4a-4117-98b8-e400834c19b4" providerId="ADAL" clId="{836F0A4E-8740-5374-98B6-5955A8BBE2E1}" dt="2026-08-26T23:26:57.585" v="12863" actId="1076"/>
          <ac:spMkLst>
            <pc:docMk/>
            <pc:sldMk cId="472479088" sldId="473"/>
            <ac:spMk id="6" creationId="{CFFF6552-CF5C-FFA9-A3A6-F55909B0959C}"/>
          </ac:spMkLst>
        </pc:spChg>
        <pc:spChg chg="add mod">
          <ac:chgData name="Xiaoting Deng" userId="e58b8c51-db4a-4117-98b8-e400834c19b4" providerId="ADAL" clId="{836F0A4E-8740-5374-98B6-5955A8BBE2E1}" dt="2026-08-26T23:27:07.169" v="12865" actId="1076"/>
          <ac:spMkLst>
            <pc:docMk/>
            <pc:sldMk cId="472479088" sldId="473"/>
            <ac:spMk id="7" creationId="{A3EDE6DB-F95C-55A8-4119-0C6957969712}"/>
          </ac:spMkLst>
        </pc:spChg>
        <pc:spChg chg="add mod">
          <ac:chgData name="Xiaoting Deng" userId="e58b8c51-db4a-4117-98b8-e400834c19b4" providerId="ADAL" clId="{836F0A4E-8740-5374-98B6-5955A8BBE2E1}" dt="2026-08-26T23:27:07.169" v="12865" actId="1076"/>
          <ac:spMkLst>
            <pc:docMk/>
            <pc:sldMk cId="472479088" sldId="473"/>
            <ac:spMk id="8" creationId="{E242E4CB-CC1C-6345-78DD-F5916176A70F}"/>
          </ac:spMkLst>
        </pc:spChg>
        <pc:spChg chg="add mod">
          <ac:chgData name="Xiaoting Deng" userId="e58b8c51-db4a-4117-98b8-e400834c19b4" providerId="ADAL" clId="{836F0A4E-8740-5374-98B6-5955A8BBE2E1}" dt="2026-08-26T23:26:57.585" v="12863" actId="1076"/>
          <ac:spMkLst>
            <pc:docMk/>
            <pc:sldMk cId="472479088" sldId="473"/>
            <ac:spMk id="9" creationId="{61B822F1-A90E-1F62-A361-ACB8CECF34F5}"/>
          </ac:spMkLst>
        </pc:spChg>
        <pc:spChg chg="add mod">
          <ac:chgData name="Xiaoting Deng" userId="e58b8c51-db4a-4117-98b8-e400834c19b4" providerId="ADAL" clId="{836F0A4E-8740-5374-98B6-5955A8BBE2E1}" dt="2026-08-26T23:26:57.585" v="12863" actId="1076"/>
          <ac:spMkLst>
            <pc:docMk/>
            <pc:sldMk cId="472479088" sldId="473"/>
            <ac:spMk id="10" creationId="{DD6D52A9-FB40-D1CC-7CF8-83D1D0FF8827}"/>
          </ac:spMkLst>
        </pc:spChg>
        <pc:spChg chg="add mod">
          <ac:chgData name="Xiaoting Deng" userId="e58b8c51-db4a-4117-98b8-e400834c19b4" providerId="ADAL" clId="{836F0A4E-8740-5374-98B6-5955A8BBE2E1}" dt="2026-08-27T12:58:33.496" v="16927" actId="14100"/>
          <ac:spMkLst>
            <pc:docMk/>
            <pc:sldMk cId="472479088" sldId="473"/>
            <ac:spMk id="11" creationId="{3E82A0D1-63C2-E310-AF78-A3EB5F3638B5}"/>
          </ac:spMkLst>
        </pc:spChg>
        <pc:spChg chg="add mod">
          <ac:chgData name="Xiaoting Deng" userId="e58b8c51-db4a-4117-98b8-e400834c19b4" providerId="ADAL" clId="{836F0A4E-8740-5374-98B6-5955A8BBE2E1}" dt="2026-08-26T23:26:57.585" v="12863" actId="1076"/>
          <ac:spMkLst>
            <pc:docMk/>
            <pc:sldMk cId="472479088" sldId="473"/>
            <ac:spMk id="12" creationId="{A882BDA7-87BA-819D-2841-DFB31B693225}"/>
          </ac:spMkLst>
        </pc:spChg>
        <pc:spChg chg="add mod">
          <ac:chgData name="Xiaoting Deng" userId="e58b8c51-db4a-4117-98b8-e400834c19b4" providerId="ADAL" clId="{836F0A4E-8740-5374-98B6-5955A8BBE2E1}" dt="2026-08-27T12:58:57.577" v="16948" actId="207"/>
          <ac:spMkLst>
            <pc:docMk/>
            <pc:sldMk cId="472479088" sldId="473"/>
            <ac:spMk id="13" creationId="{DF00EF19-0CC9-C28C-DA95-411C323EA2F5}"/>
          </ac:spMkLst>
        </pc:spChg>
        <pc:spChg chg="mod">
          <ac:chgData name="Xiaoting Deng" userId="e58b8c51-db4a-4117-98b8-e400834c19b4" providerId="ADAL" clId="{836F0A4E-8740-5374-98B6-5955A8BBE2E1}" dt="2026-08-26T23:27:02.986" v="12864" actId="14100"/>
          <ac:spMkLst>
            <pc:docMk/>
            <pc:sldMk cId="472479088" sldId="473"/>
            <ac:spMk id="26" creationId="{7CBA9B16-DBAE-1D86-D90F-AE8CF1A90C0A}"/>
          </ac:spMkLst>
        </pc:spChg>
        <pc:picChg chg="add mod">
          <ac:chgData name="Xiaoting Deng" userId="e58b8c51-db4a-4117-98b8-e400834c19b4" providerId="ADAL" clId="{836F0A4E-8740-5374-98B6-5955A8BBE2E1}" dt="2026-08-26T23:28:23.689" v="12889" actId="1076"/>
          <ac:picMkLst>
            <pc:docMk/>
            <pc:sldMk cId="472479088" sldId="473"/>
            <ac:picMk id="4" creationId="{FD82728A-DAB6-9FA6-8AEF-C90F804619CC}"/>
          </ac:picMkLst>
        </pc:picChg>
        <pc:picChg chg="add mod">
          <ac:chgData name="Xiaoting Deng" userId="e58b8c51-db4a-4117-98b8-e400834c19b4" providerId="ADAL" clId="{836F0A4E-8740-5374-98B6-5955A8BBE2E1}" dt="2026-08-26T23:27:41.966" v="12877" actId="1076"/>
          <ac:picMkLst>
            <pc:docMk/>
            <pc:sldMk cId="472479088" sldId="473"/>
            <ac:picMk id="14" creationId="{D49F132D-3A9F-4CFA-212B-3A37283C1832}"/>
          </ac:picMkLst>
        </pc:picChg>
        <pc:picChg chg="add mod">
          <ac:chgData name="Xiaoting Deng" userId="e58b8c51-db4a-4117-98b8-e400834c19b4" providerId="ADAL" clId="{836F0A4E-8740-5374-98B6-5955A8BBE2E1}" dt="2026-08-26T23:48:16.073" v="13171" actId="14100"/>
          <ac:picMkLst>
            <pc:docMk/>
            <pc:sldMk cId="472479088" sldId="473"/>
            <ac:picMk id="15" creationId="{7D42CED7-ABFF-5EE2-F340-3A7F598E811F}"/>
          </ac:picMkLst>
        </pc:picChg>
      </pc:sldChg>
      <pc:sldChg chg="addSp delSp modSp add mod ord modNotes modNotesTx">
        <pc:chgData name="Xiaoting Deng" userId="e58b8c51-db4a-4117-98b8-e400834c19b4" providerId="ADAL" clId="{836F0A4E-8740-5374-98B6-5955A8BBE2E1}" dt="2026-08-27T12:57:47.631" v="16924" actId="20577"/>
        <pc:sldMkLst>
          <pc:docMk/>
          <pc:sldMk cId="1755567243" sldId="474"/>
        </pc:sldMkLst>
        <pc:spChg chg="mod">
          <ac:chgData name="Xiaoting Deng" userId="e58b8c51-db4a-4117-98b8-e400834c19b4" providerId="ADAL" clId="{836F0A4E-8740-5374-98B6-5955A8BBE2E1}" dt="2026-08-25T09:17:31.340" v="8245" actId="1076"/>
          <ac:spMkLst>
            <pc:docMk/>
            <pc:sldMk cId="1755567243" sldId="474"/>
            <ac:spMk id="2" creationId="{54E59056-7B4C-E5A5-42D1-7068AEDE7872}"/>
          </ac:spMkLst>
        </pc:spChg>
        <pc:spChg chg="add mod">
          <ac:chgData name="Xiaoting Deng" userId="e58b8c51-db4a-4117-98b8-e400834c19b4" providerId="ADAL" clId="{836F0A4E-8740-5374-98B6-5955A8BBE2E1}" dt="2026-08-26T23:03:42.569" v="12754" actId="108"/>
          <ac:spMkLst>
            <pc:docMk/>
            <pc:sldMk cId="1755567243" sldId="474"/>
            <ac:spMk id="3" creationId="{7BA77D7E-29DD-DBFF-85FB-2FC64790CE4B}"/>
          </ac:spMkLst>
        </pc:spChg>
        <pc:spChg chg="mod">
          <ac:chgData name="Xiaoting Deng" userId="e58b8c51-db4a-4117-98b8-e400834c19b4" providerId="ADAL" clId="{836F0A4E-8740-5374-98B6-5955A8BBE2E1}" dt="2026-08-25T12:38:48.379" v="10898" actId="207"/>
          <ac:spMkLst>
            <pc:docMk/>
            <pc:sldMk cId="1755567243" sldId="474"/>
            <ac:spMk id="4" creationId="{1F8A924F-6F33-9AD9-BDC7-828E7D58B08A}"/>
          </ac:spMkLst>
        </pc:spChg>
        <pc:spChg chg="mod">
          <ac:chgData name="Xiaoting Deng" userId="e58b8c51-db4a-4117-98b8-e400834c19b4" providerId="ADAL" clId="{836F0A4E-8740-5374-98B6-5955A8BBE2E1}" dt="2026-08-26T23:08:48.918" v="12759" actId="14100"/>
          <ac:spMkLst>
            <pc:docMk/>
            <pc:sldMk cId="1755567243" sldId="474"/>
            <ac:spMk id="5" creationId="{960223A9-3BFA-0D72-DAC5-6C2B5783C15A}"/>
          </ac:spMkLst>
        </pc:spChg>
        <pc:spChg chg="mod">
          <ac:chgData name="Xiaoting Deng" userId="e58b8c51-db4a-4117-98b8-e400834c19b4" providerId="ADAL" clId="{836F0A4E-8740-5374-98B6-5955A8BBE2E1}" dt="2026-08-26T23:56:05.614" v="13331" actId="1076"/>
          <ac:spMkLst>
            <pc:docMk/>
            <pc:sldMk cId="1755567243" sldId="474"/>
            <ac:spMk id="6" creationId="{05CA2F72-0E2D-E3A7-4CA0-23F8ED612476}"/>
          </ac:spMkLst>
        </pc:spChg>
        <pc:spChg chg="mod">
          <ac:chgData name="Xiaoting Deng" userId="e58b8c51-db4a-4117-98b8-e400834c19b4" providerId="ADAL" clId="{836F0A4E-8740-5374-98B6-5955A8BBE2E1}" dt="2026-08-26T23:09:00.212" v="12762" actId="14100"/>
          <ac:spMkLst>
            <pc:docMk/>
            <pc:sldMk cId="1755567243" sldId="474"/>
            <ac:spMk id="7" creationId="{66F7C440-85D5-F259-6444-42F4044D1B09}"/>
          </ac:spMkLst>
        </pc:spChg>
        <pc:spChg chg="mod">
          <ac:chgData name="Xiaoting Deng" userId="e58b8c51-db4a-4117-98b8-e400834c19b4" providerId="ADAL" clId="{836F0A4E-8740-5374-98B6-5955A8BBE2E1}" dt="2026-08-26T23:08:53.058" v="12760" actId="14100"/>
          <ac:spMkLst>
            <pc:docMk/>
            <pc:sldMk cId="1755567243" sldId="474"/>
            <ac:spMk id="8" creationId="{684209F1-6AF6-45B8-386C-A8163A4EBD2D}"/>
          </ac:spMkLst>
        </pc:spChg>
        <pc:spChg chg="mod">
          <ac:chgData name="Xiaoting Deng" userId="e58b8c51-db4a-4117-98b8-e400834c19b4" providerId="ADAL" clId="{836F0A4E-8740-5374-98B6-5955A8BBE2E1}" dt="2026-08-26T23:09:57.197" v="12804" actId="20577"/>
          <ac:spMkLst>
            <pc:docMk/>
            <pc:sldMk cId="1755567243" sldId="474"/>
            <ac:spMk id="10" creationId="{BA9BB760-5F0C-042B-0F59-B2046B543412}"/>
          </ac:spMkLst>
        </pc:spChg>
        <pc:spChg chg="mod">
          <ac:chgData name="Xiaoting Deng" userId="e58b8c51-db4a-4117-98b8-e400834c19b4" providerId="ADAL" clId="{836F0A4E-8740-5374-98B6-5955A8BBE2E1}" dt="2026-08-26T23:08:55.353" v="12761" actId="14100"/>
          <ac:spMkLst>
            <pc:docMk/>
            <pc:sldMk cId="1755567243" sldId="474"/>
            <ac:spMk id="11" creationId="{94900F40-7142-E08B-CD7F-CB29C97CC4FA}"/>
          </ac:spMkLst>
        </pc:spChg>
        <pc:spChg chg="add mod">
          <ac:chgData name="Xiaoting Deng" userId="e58b8c51-db4a-4117-98b8-e400834c19b4" providerId="ADAL" clId="{836F0A4E-8740-5374-98B6-5955A8BBE2E1}" dt="2026-08-25T12:03:15.240" v="10544"/>
          <ac:spMkLst>
            <pc:docMk/>
            <pc:sldMk cId="1755567243" sldId="474"/>
            <ac:spMk id="12" creationId="{75C755CA-7922-F41B-EAB9-89A0BFE8CAD2}"/>
          </ac:spMkLst>
        </pc:spChg>
        <pc:spChg chg="mod">
          <ac:chgData name="Xiaoting Deng" userId="e58b8c51-db4a-4117-98b8-e400834c19b4" providerId="ADAL" clId="{836F0A4E-8740-5374-98B6-5955A8BBE2E1}" dt="2026-08-26T23:10:10.180" v="12806" actId="1035"/>
          <ac:spMkLst>
            <pc:docMk/>
            <pc:sldMk cId="1755567243" sldId="474"/>
            <ac:spMk id="13" creationId="{CD745A65-BBD7-D770-31D2-8D01E65DC426}"/>
          </ac:spMkLst>
        </pc:spChg>
        <pc:spChg chg="mod">
          <ac:chgData name="Xiaoting Deng" userId="e58b8c51-db4a-4117-98b8-e400834c19b4" providerId="ADAL" clId="{836F0A4E-8740-5374-98B6-5955A8BBE2E1}" dt="2026-08-25T12:38:48.379" v="10898" actId="207"/>
          <ac:spMkLst>
            <pc:docMk/>
            <pc:sldMk cId="1755567243" sldId="474"/>
            <ac:spMk id="19" creationId="{F8E2F376-AC15-B339-D1CE-C69692586A47}"/>
          </ac:spMkLst>
        </pc:spChg>
        <pc:spChg chg="mod">
          <ac:chgData name="Xiaoting Deng" userId="e58b8c51-db4a-4117-98b8-e400834c19b4" providerId="ADAL" clId="{836F0A4E-8740-5374-98B6-5955A8BBE2E1}" dt="2026-08-25T09:17:34.373" v="8247" actId="404"/>
          <ac:spMkLst>
            <pc:docMk/>
            <pc:sldMk cId="1755567243" sldId="474"/>
            <ac:spMk id="23" creationId="{3F0E8C3F-7BF4-989B-5B13-F73086E97B51}"/>
          </ac:spMkLst>
        </pc:spChg>
        <pc:picChg chg="add mod">
          <ac:chgData name="Xiaoting Deng" userId="e58b8c51-db4a-4117-98b8-e400834c19b4" providerId="ADAL" clId="{836F0A4E-8740-5374-98B6-5955A8BBE2E1}" dt="2026-08-25T19:32:21.002" v="11801" actId="1076"/>
          <ac:picMkLst>
            <pc:docMk/>
            <pc:sldMk cId="1755567243" sldId="474"/>
            <ac:picMk id="17" creationId="{62669F6B-DA43-4358-3ED5-F3B992698201}"/>
          </ac:picMkLst>
        </pc:picChg>
      </pc:sldChg>
      <pc:sldChg chg="addSp delSp modSp new mod ord modNotesTx">
        <pc:chgData name="Xiaoting Deng" userId="e58b8c51-db4a-4117-98b8-e400834c19b4" providerId="ADAL" clId="{836F0A4E-8740-5374-98B6-5955A8BBE2E1}" dt="2026-08-27T08:46:20.246" v="14617" actId="20577"/>
        <pc:sldMkLst>
          <pc:docMk/>
          <pc:sldMk cId="2978546294" sldId="475"/>
        </pc:sldMkLst>
        <pc:spChg chg="add mod">
          <ac:chgData name="Xiaoting Deng" userId="e58b8c51-db4a-4117-98b8-e400834c19b4" providerId="ADAL" clId="{836F0A4E-8740-5374-98B6-5955A8BBE2E1}" dt="2026-08-27T08:25:03.374" v="14541" actId="403"/>
          <ac:spMkLst>
            <pc:docMk/>
            <pc:sldMk cId="2978546294" sldId="475"/>
            <ac:spMk id="2" creationId="{2FCF817C-67E2-401A-9EDC-A9B3B40F558B}"/>
          </ac:spMkLst>
        </pc:spChg>
        <pc:spChg chg="add mod">
          <ac:chgData name="Xiaoting Deng" userId="e58b8c51-db4a-4117-98b8-e400834c19b4" providerId="ADAL" clId="{836F0A4E-8740-5374-98B6-5955A8BBE2E1}" dt="2026-08-26T11:06:10.277" v="11934" actId="20577"/>
          <ac:spMkLst>
            <pc:docMk/>
            <pc:sldMk cId="2978546294" sldId="475"/>
            <ac:spMk id="3" creationId="{2B1F26F7-27D4-2F39-BD19-3188717BA9DC}"/>
          </ac:spMkLst>
        </pc:spChg>
        <pc:spChg chg="add mod">
          <ac:chgData name="Xiaoting Deng" userId="e58b8c51-db4a-4117-98b8-e400834c19b4" providerId="ADAL" clId="{836F0A4E-8740-5374-98B6-5955A8BBE2E1}" dt="2026-08-26T23:03:15.529" v="12752" actId="207"/>
          <ac:spMkLst>
            <pc:docMk/>
            <pc:sldMk cId="2978546294" sldId="475"/>
            <ac:spMk id="4" creationId="{E6DB8DA0-9F79-CD8C-7A93-547E0E746FB9}"/>
          </ac:spMkLst>
        </pc:spChg>
        <pc:spChg chg="add mod">
          <ac:chgData name="Xiaoting Deng" userId="e58b8c51-db4a-4117-98b8-e400834c19b4" providerId="ADAL" clId="{836F0A4E-8740-5374-98B6-5955A8BBE2E1}" dt="2026-08-25T11:57:03.521" v="10362" actId="1076"/>
          <ac:spMkLst>
            <pc:docMk/>
            <pc:sldMk cId="2978546294" sldId="475"/>
            <ac:spMk id="5" creationId="{585914FA-8A13-7C54-CE9E-0F19CF647DC9}"/>
          </ac:spMkLst>
        </pc:spChg>
        <pc:spChg chg="add mod">
          <ac:chgData name="Xiaoting Deng" userId="e58b8c51-db4a-4117-98b8-e400834c19b4" providerId="ADAL" clId="{836F0A4E-8740-5374-98B6-5955A8BBE2E1}" dt="2026-08-26T10:21:50.168" v="11839" actId="20577"/>
          <ac:spMkLst>
            <pc:docMk/>
            <pc:sldMk cId="2978546294" sldId="475"/>
            <ac:spMk id="6" creationId="{92B62BBF-5789-E11E-4744-77834DA408D4}"/>
          </ac:spMkLst>
        </pc:spChg>
        <pc:spChg chg="add mod">
          <ac:chgData name="Xiaoting Deng" userId="e58b8c51-db4a-4117-98b8-e400834c19b4" providerId="ADAL" clId="{836F0A4E-8740-5374-98B6-5955A8BBE2E1}" dt="2026-08-25T11:57:43.032" v="10386" actId="14100"/>
          <ac:spMkLst>
            <pc:docMk/>
            <pc:sldMk cId="2978546294" sldId="475"/>
            <ac:spMk id="7" creationId="{62FBABF0-BF6D-5898-F15A-B77CB38C20A1}"/>
          </ac:spMkLst>
        </pc:spChg>
        <pc:spChg chg="add mod">
          <ac:chgData name="Xiaoting Deng" userId="e58b8c51-db4a-4117-98b8-e400834c19b4" providerId="ADAL" clId="{836F0A4E-8740-5374-98B6-5955A8BBE2E1}" dt="2026-08-27T08:25:03.374" v="14541" actId="403"/>
          <ac:spMkLst>
            <pc:docMk/>
            <pc:sldMk cId="2978546294" sldId="475"/>
            <ac:spMk id="8" creationId="{4862213F-D22C-A3E5-2D6A-46CF9C525380}"/>
          </ac:spMkLst>
        </pc:spChg>
        <pc:spChg chg="add mod">
          <ac:chgData name="Xiaoting Deng" userId="e58b8c51-db4a-4117-98b8-e400834c19b4" providerId="ADAL" clId="{836F0A4E-8740-5374-98B6-5955A8BBE2E1}" dt="2026-08-26T20:30:39.481" v="12693" actId="1076"/>
          <ac:spMkLst>
            <pc:docMk/>
            <pc:sldMk cId="2978546294" sldId="475"/>
            <ac:spMk id="9" creationId="{BA4751FA-3B6D-9D86-9D71-3F6E36E92B8B}"/>
          </ac:spMkLst>
        </pc:spChg>
        <pc:spChg chg="add mod">
          <ac:chgData name="Xiaoting Deng" userId="e58b8c51-db4a-4117-98b8-e400834c19b4" providerId="ADAL" clId="{836F0A4E-8740-5374-98B6-5955A8BBE2E1}" dt="2026-08-25T12:00:01.864" v="10460" actId="1076"/>
          <ac:spMkLst>
            <pc:docMk/>
            <pc:sldMk cId="2978546294" sldId="475"/>
            <ac:spMk id="10" creationId="{80D0BD85-6F34-0559-0F47-0854DD6FF1AC}"/>
          </ac:spMkLst>
        </pc:spChg>
        <pc:spChg chg="add mod">
          <ac:chgData name="Xiaoting Deng" userId="e58b8c51-db4a-4117-98b8-e400834c19b4" providerId="ADAL" clId="{836F0A4E-8740-5374-98B6-5955A8BBE2E1}" dt="2026-08-26T11:45:04.543" v="12053" actId="1076"/>
          <ac:spMkLst>
            <pc:docMk/>
            <pc:sldMk cId="2978546294" sldId="475"/>
            <ac:spMk id="12" creationId="{537BE306-8640-1FD3-81FC-AF40636C8EAA}"/>
          </ac:spMkLst>
        </pc:spChg>
        <pc:spChg chg="add mod">
          <ac:chgData name="Xiaoting Deng" userId="e58b8c51-db4a-4117-98b8-e400834c19b4" providerId="ADAL" clId="{836F0A4E-8740-5374-98B6-5955A8BBE2E1}" dt="2026-08-25T11:59:53.059" v="10459" actId="207"/>
          <ac:spMkLst>
            <pc:docMk/>
            <pc:sldMk cId="2978546294" sldId="475"/>
            <ac:spMk id="13" creationId="{4A36ED9F-7F60-D793-BFA1-355B071BE65A}"/>
          </ac:spMkLst>
        </pc:spChg>
        <pc:spChg chg="add mod">
          <ac:chgData name="Xiaoting Deng" userId="e58b8c51-db4a-4117-98b8-e400834c19b4" providerId="ADAL" clId="{836F0A4E-8740-5374-98B6-5955A8BBE2E1}" dt="2026-08-26T20:30:41.860" v="12694" actId="1076"/>
          <ac:spMkLst>
            <pc:docMk/>
            <pc:sldMk cId="2978546294" sldId="475"/>
            <ac:spMk id="14" creationId="{F4B0460B-00CC-5D3D-5214-46328C4086C4}"/>
          </ac:spMkLst>
        </pc:spChg>
        <pc:spChg chg="add mod">
          <ac:chgData name="Xiaoting Deng" userId="e58b8c51-db4a-4117-98b8-e400834c19b4" providerId="ADAL" clId="{836F0A4E-8740-5374-98B6-5955A8BBE2E1}" dt="2026-08-25T11:59:26.841" v="10454" actId="1038"/>
          <ac:spMkLst>
            <pc:docMk/>
            <pc:sldMk cId="2978546294" sldId="475"/>
            <ac:spMk id="15" creationId="{62C85D39-9CA8-02BD-A670-2A8EC308D1EC}"/>
          </ac:spMkLst>
        </pc:spChg>
        <pc:spChg chg="add mod">
          <ac:chgData name="Xiaoting Deng" userId="e58b8c51-db4a-4117-98b8-e400834c19b4" providerId="ADAL" clId="{836F0A4E-8740-5374-98B6-5955A8BBE2E1}" dt="2026-08-25T12:00:13.807" v="10462" actId="1076"/>
          <ac:spMkLst>
            <pc:docMk/>
            <pc:sldMk cId="2978546294" sldId="475"/>
            <ac:spMk id="16" creationId="{39972F8B-8C2D-E78A-525B-01FD26FF74ED}"/>
          </ac:spMkLst>
        </pc:spChg>
        <pc:spChg chg="add mod">
          <ac:chgData name="Xiaoting Deng" userId="e58b8c51-db4a-4117-98b8-e400834c19b4" providerId="ADAL" clId="{836F0A4E-8740-5374-98B6-5955A8BBE2E1}" dt="2026-08-25T12:00:13.807" v="10462" actId="1076"/>
          <ac:spMkLst>
            <pc:docMk/>
            <pc:sldMk cId="2978546294" sldId="475"/>
            <ac:spMk id="17" creationId="{5EDD0F81-1057-CA27-A425-D200097D945A}"/>
          </ac:spMkLst>
        </pc:spChg>
        <pc:spChg chg="add del mod">
          <ac:chgData name="Xiaoting Deng" userId="e58b8c51-db4a-4117-98b8-e400834c19b4" providerId="ADAL" clId="{836F0A4E-8740-5374-98B6-5955A8BBE2E1}" dt="2026-08-26T11:45:44.175" v="12069" actId="478"/>
          <ac:spMkLst>
            <pc:docMk/>
            <pc:sldMk cId="2978546294" sldId="475"/>
            <ac:spMk id="18" creationId="{4DEBDDCA-17CE-1068-4CFE-D88BE96A112D}"/>
          </ac:spMkLst>
        </pc:spChg>
        <pc:spChg chg="mod">
          <ac:chgData name="Xiaoting Deng" userId="e58b8c51-db4a-4117-98b8-e400834c19b4" providerId="ADAL" clId="{836F0A4E-8740-5374-98B6-5955A8BBE2E1}" dt="2026-08-25T12:01:53.036" v="10532"/>
          <ac:spMkLst>
            <pc:docMk/>
            <pc:sldMk cId="2978546294" sldId="475"/>
            <ac:spMk id="21" creationId="{36ECBC92-FA6F-3C0C-577A-107602377D4F}"/>
          </ac:spMkLst>
        </pc:spChg>
        <pc:spChg chg="mod">
          <ac:chgData name="Xiaoting Deng" userId="e58b8c51-db4a-4117-98b8-e400834c19b4" providerId="ADAL" clId="{836F0A4E-8740-5374-98B6-5955A8BBE2E1}" dt="2026-08-25T12:01:53.036" v="10532"/>
          <ac:spMkLst>
            <pc:docMk/>
            <pc:sldMk cId="2978546294" sldId="475"/>
            <ac:spMk id="22" creationId="{FDB33498-7B26-90B0-78EB-79B7F513FF8B}"/>
          </ac:spMkLst>
        </pc:spChg>
        <pc:spChg chg="add mod">
          <ac:chgData name="Xiaoting Deng" userId="e58b8c51-db4a-4117-98b8-e400834c19b4" providerId="ADAL" clId="{836F0A4E-8740-5374-98B6-5955A8BBE2E1}" dt="2026-08-25T12:02:54.223" v="10540"/>
          <ac:spMkLst>
            <pc:docMk/>
            <pc:sldMk cId="2978546294" sldId="475"/>
            <ac:spMk id="23" creationId="{020596FA-EE4C-C13D-47CF-DD8B2806D57B}"/>
          </ac:spMkLst>
        </pc:spChg>
        <pc:spChg chg="add mod">
          <ac:chgData name="Xiaoting Deng" userId="e58b8c51-db4a-4117-98b8-e400834c19b4" providerId="ADAL" clId="{836F0A4E-8740-5374-98B6-5955A8BBE2E1}" dt="2026-08-26T11:18:50.346" v="12036" actId="948"/>
          <ac:spMkLst>
            <pc:docMk/>
            <pc:sldMk cId="2978546294" sldId="475"/>
            <ac:spMk id="25" creationId="{8F5F95B0-3CB6-2B28-B89F-076975F37BD8}"/>
          </ac:spMkLst>
        </pc:spChg>
        <pc:spChg chg="add mod">
          <ac:chgData name="Xiaoting Deng" userId="e58b8c51-db4a-4117-98b8-e400834c19b4" providerId="ADAL" clId="{836F0A4E-8740-5374-98B6-5955A8BBE2E1}" dt="2026-08-26T11:45:57.279" v="12073"/>
          <ac:spMkLst>
            <pc:docMk/>
            <pc:sldMk cId="2978546294" sldId="475"/>
            <ac:spMk id="26" creationId="{7E102DD9-DCFD-848B-CA6C-8ECC4C89AEDE}"/>
          </ac:spMkLst>
        </pc:spChg>
        <pc:grpChg chg="add">
          <ac:chgData name="Xiaoting Deng" userId="e58b8c51-db4a-4117-98b8-e400834c19b4" providerId="ADAL" clId="{836F0A4E-8740-5374-98B6-5955A8BBE2E1}" dt="2026-08-25T12:01:50.226" v="10531" actId="164"/>
          <ac:grpSpMkLst>
            <pc:docMk/>
            <pc:sldMk cId="2978546294" sldId="475"/>
            <ac:grpSpMk id="19" creationId="{B53F4C35-D120-1609-EBE5-0F4BAA80BD22}"/>
          </ac:grpSpMkLst>
        </pc:grpChg>
        <pc:grpChg chg="add mod">
          <ac:chgData name="Xiaoting Deng" userId="e58b8c51-db4a-4117-98b8-e400834c19b4" providerId="ADAL" clId="{836F0A4E-8740-5374-98B6-5955A8BBE2E1}" dt="2026-08-26T11:44:34.943" v="12049" actId="1076"/>
          <ac:grpSpMkLst>
            <pc:docMk/>
            <pc:sldMk cId="2978546294" sldId="475"/>
            <ac:grpSpMk id="20" creationId="{4B9B3966-511F-9FB5-5B2C-0BF124A93A52}"/>
          </ac:grpSpMkLst>
        </pc:grpChg>
      </pc:sldChg>
      <pc:sldChg chg="addSp delSp modSp new mod ord setBg modNotes modNotesTx">
        <pc:chgData name="Xiaoting Deng" userId="e58b8c51-db4a-4117-98b8-e400834c19b4" providerId="ADAL" clId="{836F0A4E-8740-5374-98B6-5955A8BBE2E1}" dt="2026-08-27T12:56:51.511" v="16881" actId="20577"/>
        <pc:sldMkLst>
          <pc:docMk/>
          <pc:sldMk cId="1614296777" sldId="476"/>
        </pc:sldMkLst>
        <pc:spChg chg="add mod">
          <ac:chgData name="Xiaoting Deng" userId="e58b8c51-db4a-4117-98b8-e400834c19b4" providerId="ADAL" clId="{836F0A4E-8740-5374-98B6-5955A8BBE2E1}" dt="2026-08-26T23:53:37.723" v="13321" actId="1076"/>
          <ac:spMkLst>
            <pc:docMk/>
            <pc:sldMk cId="1614296777" sldId="476"/>
            <ac:spMk id="2" creationId="{4C74FCE4-4909-1903-0E7C-47AECC2B10BB}"/>
          </ac:spMkLst>
        </pc:spChg>
        <pc:spChg chg="add mod">
          <ac:chgData name="Xiaoting Deng" userId="e58b8c51-db4a-4117-98b8-e400834c19b4" providerId="ADAL" clId="{836F0A4E-8740-5374-98B6-5955A8BBE2E1}" dt="2026-08-26T23:02:18.101" v="12737" actId="403"/>
          <ac:spMkLst>
            <pc:docMk/>
            <pc:sldMk cId="1614296777" sldId="476"/>
            <ac:spMk id="4" creationId="{8E065F61-7C60-C008-E063-170C41464BAC}"/>
          </ac:spMkLst>
        </pc:spChg>
        <pc:spChg chg="add mod">
          <ac:chgData name="Xiaoting Deng" userId="e58b8c51-db4a-4117-98b8-e400834c19b4" providerId="ADAL" clId="{836F0A4E-8740-5374-98B6-5955A8BBE2E1}" dt="2026-08-26T22:51:56.624" v="12704" actId="1076"/>
          <ac:spMkLst>
            <pc:docMk/>
            <pc:sldMk cId="1614296777" sldId="476"/>
            <ac:spMk id="6" creationId="{B9ECF235-D0BC-C588-857C-2AEE30109EA7}"/>
          </ac:spMkLst>
        </pc:spChg>
        <pc:spChg chg="add del mod">
          <ac:chgData name="Xiaoting Deng" userId="e58b8c51-db4a-4117-98b8-e400834c19b4" providerId="ADAL" clId="{836F0A4E-8740-5374-98B6-5955A8BBE2E1}" dt="2026-08-26T23:52:07.630" v="13209" actId="167"/>
          <ac:spMkLst>
            <pc:docMk/>
            <pc:sldMk cId="1614296777" sldId="476"/>
            <ac:spMk id="8" creationId="{B9A5A58A-A275-B5EC-E9F6-21D2D6D389FD}"/>
          </ac:spMkLst>
        </pc:spChg>
        <pc:spChg chg="add mod">
          <ac:chgData name="Xiaoting Deng" userId="e58b8c51-db4a-4117-98b8-e400834c19b4" providerId="ADAL" clId="{836F0A4E-8740-5374-98B6-5955A8BBE2E1}" dt="2026-08-26T23:56:28.119" v="13336" actId="20577"/>
          <ac:spMkLst>
            <pc:docMk/>
            <pc:sldMk cId="1614296777" sldId="476"/>
            <ac:spMk id="9" creationId="{46E1E3D5-8B57-CE9E-B0D1-16C51E0A2D80}"/>
          </ac:spMkLst>
        </pc:spChg>
        <pc:spChg chg="add mod">
          <ac:chgData name="Xiaoting Deng" userId="e58b8c51-db4a-4117-98b8-e400834c19b4" providerId="ADAL" clId="{836F0A4E-8740-5374-98B6-5955A8BBE2E1}" dt="2026-08-26T15:43:10.925" v="12681" actId="1076"/>
          <ac:spMkLst>
            <pc:docMk/>
            <pc:sldMk cId="1614296777" sldId="476"/>
            <ac:spMk id="10" creationId="{AFC47FA2-7DE3-5E68-D5D3-88851C1BF01E}"/>
          </ac:spMkLst>
        </pc:spChg>
        <pc:spChg chg="add mod">
          <ac:chgData name="Xiaoting Deng" userId="e58b8c51-db4a-4117-98b8-e400834c19b4" providerId="ADAL" clId="{836F0A4E-8740-5374-98B6-5955A8BBE2E1}" dt="2026-08-25T12:03:22.401" v="10547"/>
          <ac:spMkLst>
            <pc:docMk/>
            <pc:sldMk cId="1614296777" sldId="476"/>
            <ac:spMk id="18" creationId="{B974B513-CC62-551E-5C21-C0779D2357E7}"/>
          </ac:spMkLst>
        </pc:spChg>
        <pc:cxnChg chg="add mod">
          <ac:chgData name="Xiaoting Deng" userId="e58b8c51-db4a-4117-98b8-e400834c19b4" providerId="ADAL" clId="{836F0A4E-8740-5374-98B6-5955A8BBE2E1}" dt="2026-08-26T15:38:02.143" v="12650" actId="14100"/>
          <ac:cxnSpMkLst>
            <pc:docMk/>
            <pc:sldMk cId="1614296777" sldId="476"/>
            <ac:cxnSpMk id="12" creationId="{5555A22B-7566-F106-108E-6E00A5A6DA86}"/>
          </ac:cxnSpMkLst>
        </pc:cxnChg>
        <pc:cxnChg chg="add mod">
          <ac:chgData name="Xiaoting Deng" userId="e58b8c51-db4a-4117-98b8-e400834c19b4" providerId="ADAL" clId="{836F0A4E-8740-5374-98B6-5955A8BBE2E1}" dt="2026-08-26T23:38:06.451" v="12991" actId="14100"/>
          <ac:cxnSpMkLst>
            <pc:docMk/>
            <pc:sldMk cId="1614296777" sldId="476"/>
            <ac:cxnSpMk id="13" creationId="{77C4EA03-CAAE-BA3E-D555-A097C85FAE1F}"/>
          </ac:cxnSpMkLst>
        </pc:cxnChg>
      </pc:sldChg>
      <pc:sldChg chg="addSp delSp modSp new mod setBg">
        <pc:chgData name="Xiaoting Deng" userId="e58b8c51-db4a-4117-98b8-e400834c19b4" providerId="ADAL" clId="{836F0A4E-8740-5374-98B6-5955A8BBE2E1}" dt="2026-08-26T11:07:23.581" v="11979" actId="1076"/>
        <pc:sldMkLst>
          <pc:docMk/>
          <pc:sldMk cId="3249554290" sldId="477"/>
        </pc:sldMkLst>
        <pc:spChg chg="add mod">
          <ac:chgData name="Xiaoting Deng" userId="e58b8c51-db4a-4117-98b8-e400834c19b4" providerId="ADAL" clId="{836F0A4E-8740-5374-98B6-5955A8BBE2E1}" dt="2026-08-25T09:49:25.751" v="8683" actId="1076"/>
          <ac:spMkLst>
            <pc:docMk/>
            <pc:sldMk cId="3249554290" sldId="477"/>
            <ac:spMk id="2" creationId="{CFA98C66-26C7-FF11-4D3F-7506A47F422F}"/>
          </ac:spMkLst>
        </pc:spChg>
        <pc:spChg chg="add mod">
          <ac:chgData name="Xiaoting Deng" userId="e58b8c51-db4a-4117-98b8-e400834c19b4" providerId="ADAL" clId="{836F0A4E-8740-5374-98B6-5955A8BBE2E1}" dt="2026-08-26T11:07:23.581" v="11979" actId="1076"/>
          <ac:spMkLst>
            <pc:docMk/>
            <pc:sldMk cId="3249554290" sldId="477"/>
            <ac:spMk id="4" creationId="{32C8ED0A-4FEF-05E7-11A4-4F2B87ECCEDE}"/>
          </ac:spMkLst>
        </pc:spChg>
      </pc:sldChg>
      <pc:sldChg chg="addSp delSp modSp add mod">
        <pc:chgData name="Xiaoting Deng" userId="e58b8c51-db4a-4117-98b8-e400834c19b4" providerId="ADAL" clId="{836F0A4E-8740-5374-98B6-5955A8BBE2E1}" dt="2026-08-27T00:24:02.470" v="13628" actId="20577"/>
        <pc:sldMkLst>
          <pc:docMk/>
          <pc:sldMk cId="1775060292" sldId="478"/>
        </pc:sldMkLst>
        <pc:spChg chg="mod">
          <ac:chgData name="Xiaoting Deng" userId="e58b8c51-db4a-4117-98b8-e400834c19b4" providerId="ADAL" clId="{836F0A4E-8740-5374-98B6-5955A8BBE2E1}" dt="2026-08-25T09:49:35.787" v="8684" actId="1076"/>
          <ac:spMkLst>
            <pc:docMk/>
            <pc:sldMk cId="1775060292" sldId="478"/>
            <ac:spMk id="2" creationId="{DDECB781-C313-737A-4E98-768C3F287BE3}"/>
          </ac:spMkLst>
        </pc:spChg>
        <pc:spChg chg="mod">
          <ac:chgData name="Xiaoting Deng" userId="e58b8c51-db4a-4117-98b8-e400834c19b4" providerId="ADAL" clId="{836F0A4E-8740-5374-98B6-5955A8BBE2E1}" dt="2026-08-27T00:24:02.470" v="13628" actId="20577"/>
          <ac:spMkLst>
            <pc:docMk/>
            <pc:sldMk cId="1775060292" sldId="478"/>
            <ac:spMk id="4" creationId="{56B29252-F45C-0731-4FF2-A7266738D7EE}"/>
          </ac:spMkLst>
        </pc:spChg>
      </pc:sldChg>
      <pc:sldChg chg="addSp delSp modSp add del mod ord modShow">
        <pc:chgData name="Xiaoting Deng" userId="e58b8c51-db4a-4117-98b8-e400834c19b4" providerId="ADAL" clId="{836F0A4E-8740-5374-98B6-5955A8BBE2E1}" dt="2026-08-26T13:35:04.342" v="12593" actId="2696"/>
        <pc:sldMkLst>
          <pc:docMk/>
          <pc:sldMk cId="2007009399" sldId="479"/>
        </pc:sldMkLst>
      </pc:sldChg>
      <pc:sldChg chg="modSp add mod ord">
        <pc:chgData name="Xiaoting Deng" userId="e58b8c51-db4a-4117-98b8-e400834c19b4" providerId="ADAL" clId="{836F0A4E-8740-5374-98B6-5955A8BBE2E1}" dt="2026-08-27T00:25:24.260" v="13662" actId="20577"/>
        <pc:sldMkLst>
          <pc:docMk/>
          <pc:sldMk cId="927235683" sldId="480"/>
        </pc:sldMkLst>
        <pc:spChg chg="mod">
          <ac:chgData name="Xiaoting Deng" userId="e58b8c51-db4a-4117-98b8-e400834c19b4" providerId="ADAL" clId="{836F0A4E-8740-5374-98B6-5955A8BBE2E1}" dt="2026-08-27T00:25:24.260" v="13662" actId="20577"/>
          <ac:spMkLst>
            <pc:docMk/>
            <pc:sldMk cId="927235683" sldId="480"/>
            <ac:spMk id="2" creationId="{234A9956-14F0-C00D-A651-2CA544F82EFF}"/>
          </ac:spMkLst>
        </pc:spChg>
      </pc:sldChg>
      <pc:sldChg chg="delSp new del mod ord">
        <pc:chgData name="Xiaoting Deng" userId="e58b8c51-db4a-4117-98b8-e400834c19b4" providerId="ADAL" clId="{836F0A4E-8740-5374-98B6-5955A8BBE2E1}" dt="2026-08-27T00:58:39.247" v="14021" actId="2696"/>
        <pc:sldMkLst>
          <pc:docMk/>
          <pc:sldMk cId="131824772" sldId="482"/>
        </pc:sldMkLst>
      </pc:sldChg>
      <pc:sldChg chg="add">
        <pc:chgData name="Xiaoting Deng" userId="e58b8c51-db4a-4117-98b8-e400834c19b4" providerId="ADAL" clId="{836F0A4E-8740-5374-98B6-5955A8BBE2E1}" dt="2026-08-26T13:31:50.560" v="12584"/>
        <pc:sldMkLst>
          <pc:docMk/>
          <pc:sldMk cId="0" sldId="483"/>
        </pc:sldMkLst>
      </pc:sldChg>
      <pc:sldChg chg="addSp delSp modSp new del mod">
        <pc:chgData name="Xiaoting Deng" userId="e58b8c51-db4a-4117-98b8-e400834c19b4" providerId="ADAL" clId="{836F0A4E-8740-5374-98B6-5955A8BBE2E1}" dt="2026-08-26T13:08:37.703" v="12470" actId="2696"/>
        <pc:sldMkLst>
          <pc:docMk/>
          <pc:sldMk cId="3123721305" sldId="483"/>
        </pc:sldMkLst>
        <pc:spChg chg="del">
          <ac:chgData name="Xiaoting Deng" userId="e58b8c51-db4a-4117-98b8-e400834c19b4" providerId="ADAL" clId="{836F0A4E-8740-5374-98B6-5955A8BBE2E1}" dt="2026-08-26T13:00:26.568" v="12166" actId="478"/>
          <ac:spMkLst>
            <pc:docMk/>
            <pc:sldMk cId="3123721305" sldId="483"/>
            <ac:spMk id="2" creationId="{17120EC0-7C1D-4E72-8B33-FD2DEF69558F}"/>
          </ac:spMkLst>
        </pc:spChg>
        <pc:spChg chg="del">
          <ac:chgData name="Xiaoting Deng" userId="e58b8c51-db4a-4117-98b8-e400834c19b4" providerId="ADAL" clId="{836F0A4E-8740-5374-98B6-5955A8BBE2E1}" dt="2026-08-26T13:00:25.618" v="12165" actId="478"/>
          <ac:spMkLst>
            <pc:docMk/>
            <pc:sldMk cId="3123721305" sldId="483"/>
            <ac:spMk id="3" creationId="{02DE3F91-7842-39BA-13C7-B61154B9F713}"/>
          </ac:spMkLst>
        </pc:spChg>
        <pc:spChg chg="add mod">
          <ac:chgData name="Xiaoting Deng" userId="e58b8c51-db4a-4117-98b8-e400834c19b4" providerId="ADAL" clId="{836F0A4E-8740-5374-98B6-5955A8BBE2E1}" dt="2026-08-26T13:04:50.064" v="12369" actId="5736"/>
          <ac:spMkLst>
            <pc:docMk/>
            <pc:sldMk cId="3123721305" sldId="483"/>
            <ac:spMk id="8" creationId="{C22640C0-1381-A5F0-F6F6-700B388FCCCD}"/>
          </ac:spMkLst>
        </pc:spChg>
        <pc:spChg chg="add mod">
          <ac:chgData name="Xiaoting Deng" userId="e58b8c51-db4a-4117-98b8-e400834c19b4" providerId="ADAL" clId="{836F0A4E-8740-5374-98B6-5955A8BBE2E1}" dt="2026-08-26T13:04:50.064" v="12369" actId="5736"/>
          <ac:spMkLst>
            <pc:docMk/>
            <pc:sldMk cId="3123721305" sldId="483"/>
            <ac:spMk id="9" creationId="{D646356B-E07E-6327-6C1C-524D54D9765C}"/>
          </ac:spMkLst>
        </pc:spChg>
        <pc:graphicFrameChg chg="add mod modGraphic">
          <ac:chgData name="Xiaoting Deng" userId="e58b8c51-db4a-4117-98b8-e400834c19b4" providerId="ADAL" clId="{836F0A4E-8740-5374-98B6-5955A8BBE2E1}" dt="2026-08-26T13:04:50.064" v="12369" actId="5736"/>
          <ac:graphicFrameMkLst>
            <pc:docMk/>
            <pc:sldMk cId="3123721305" sldId="483"/>
            <ac:graphicFrameMk id="6" creationId="{F48DC054-00D3-F064-F110-D75798511C3D}"/>
          </ac:graphicFrameMkLst>
        </pc:graphicFrameChg>
        <pc:graphicFrameChg chg="add mod modGraphic">
          <ac:chgData name="Xiaoting Deng" userId="e58b8c51-db4a-4117-98b8-e400834c19b4" providerId="ADAL" clId="{836F0A4E-8740-5374-98B6-5955A8BBE2E1}" dt="2026-08-26T13:04:50.064" v="12369" actId="5736"/>
          <ac:graphicFrameMkLst>
            <pc:docMk/>
            <pc:sldMk cId="3123721305" sldId="483"/>
            <ac:graphicFrameMk id="7" creationId="{43C92A50-3836-6AFF-9AFC-1131B0CDFB15}"/>
          </ac:graphicFrameMkLst>
        </pc:graphicFrameChg>
      </pc:sldChg>
      <pc:sldChg chg="add">
        <pc:chgData name="Xiaoting Deng" userId="e58b8c51-db4a-4117-98b8-e400834c19b4" providerId="ADAL" clId="{836F0A4E-8740-5374-98B6-5955A8BBE2E1}" dt="2026-08-26T13:32:09.083" v="12586"/>
        <pc:sldMkLst>
          <pc:docMk/>
          <pc:sldMk cId="0" sldId="484"/>
        </pc:sldMkLst>
      </pc:sldChg>
      <pc:sldChg chg="add">
        <pc:chgData name="Xiaoting Deng" userId="e58b8c51-db4a-4117-98b8-e400834c19b4" providerId="ADAL" clId="{836F0A4E-8740-5374-98B6-5955A8BBE2E1}" dt="2026-08-26T13:32:09.083" v="12586"/>
        <pc:sldMkLst>
          <pc:docMk/>
          <pc:sldMk cId="0" sldId="485"/>
        </pc:sldMkLst>
      </pc:sldChg>
      <pc:sldChg chg="add">
        <pc:chgData name="Xiaoting Deng" userId="e58b8c51-db4a-4117-98b8-e400834c19b4" providerId="ADAL" clId="{836F0A4E-8740-5374-98B6-5955A8BBE2E1}" dt="2026-08-26T13:32:19.226" v="12587"/>
        <pc:sldMkLst>
          <pc:docMk/>
          <pc:sldMk cId="2914415807" sldId="486"/>
        </pc:sldMkLst>
      </pc:sldChg>
      <pc:sldChg chg="add modNotesTx">
        <pc:chgData name="Xiaoting Deng" userId="e58b8c51-db4a-4117-98b8-e400834c19b4" providerId="ADAL" clId="{836F0A4E-8740-5374-98B6-5955A8BBE2E1}" dt="2026-08-27T13:36:01.212" v="17061" actId="20577"/>
        <pc:sldMkLst>
          <pc:docMk/>
          <pc:sldMk cId="0" sldId="487"/>
        </pc:sldMkLst>
      </pc:sldChg>
      <pc:sldChg chg="add">
        <pc:chgData name="Xiaoting Deng" userId="e58b8c51-db4a-4117-98b8-e400834c19b4" providerId="ADAL" clId="{836F0A4E-8740-5374-98B6-5955A8BBE2E1}" dt="2026-08-26T13:32:51.434" v="12589"/>
        <pc:sldMkLst>
          <pc:docMk/>
          <pc:sldMk cId="0" sldId="488"/>
        </pc:sldMkLst>
      </pc:sldChg>
      <pc:sldChg chg="add modNotesTx">
        <pc:chgData name="Xiaoting Deng" userId="e58b8c51-db4a-4117-98b8-e400834c19b4" providerId="ADAL" clId="{836F0A4E-8740-5374-98B6-5955A8BBE2E1}" dt="2026-08-27T13:49:07.986" v="17147" actId="20577"/>
        <pc:sldMkLst>
          <pc:docMk/>
          <pc:sldMk cId="0" sldId="489"/>
        </pc:sldMkLst>
      </pc:sldChg>
      <pc:sldChg chg="add">
        <pc:chgData name="Xiaoting Deng" userId="e58b8c51-db4a-4117-98b8-e400834c19b4" providerId="ADAL" clId="{836F0A4E-8740-5374-98B6-5955A8BBE2E1}" dt="2026-08-26T13:33:07.756" v="12591"/>
        <pc:sldMkLst>
          <pc:docMk/>
          <pc:sldMk cId="0" sldId="490"/>
        </pc:sldMkLst>
      </pc:sldChg>
      <pc:sldChg chg="add">
        <pc:chgData name="Xiaoting Deng" userId="e58b8c51-db4a-4117-98b8-e400834c19b4" providerId="ADAL" clId="{836F0A4E-8740-5374-98B6-5955A8BBE2E1}" dt="2026-08-27T07:29:33.529" v="14023"/>
        <pc:sldMkLst>
          <pc:docMk/>
          <pc:sldMk cId="3495898216" sldId="491"/>
        </pc:sldMkLst>
      </pc:sldChg>
      <pc:sldMasterChg chg="delSldLayout">
        <pc:chgData name="Xiaoting Deng" userId="e58b8c51-db4a-4117-98b8-e400834c19b4" providerId="ADAL" clId="{836F0A4E-8740-5374-98B6-5955A8BBE2E1}" dt="2026-08-24T00:32:35.121" v="5332" actId="2696"/>
        <pc:sldMasterMkLst>
          <pc:docMk/>
          <pc:sldMasterMk cId="0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27/08/2026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27/08/2026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(20</a:t>
            </a:r>
            <a:r>
              <a:rPr lang="zh-CN" altLang="en-US" dirty="0"/>
              <a:t> </a:t>
            </a:r>
            <a:r>
              <a:rPr lang="en-US" altLang="zh-CN" dirty="0"/>
              <a:t>s)</a:t>
            </a:r>
            <a:endParaRPr lang="en-US" dirty="0"/>
          </a:p>
          <a:p>
            <a:r>
              <a:rPr lang="en-US" dirty="0"/>
              <a:t>Here is the structure of our presentation. </a:t>
            </a:r>
          </a:p>
          <a:p>
            <a:r>
              <a:rPr lang="en-US" dirty="0"/>
              <a:t>I will first introduce the background and the </a:t>
            </a:r>
            <a:r>
              <a:rPr lang="en-US" altLang="zh-CN" dirty="0"/>
              <a:t>methodology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Then </a:t>
            </a:r>
            <a:r>
              <a:rPr lang="en-US" altLang="zh-CN" dirty="0"/>
              <a:t>we</a:t>
            </a:r>
            <a:r>
              <a:rPr lang="en-US" dirty="0"/>
              <a:t> will explain our research question</a:t>
            </a:r>
            <a:r>
              <a:rPr lang="zh-CN" altLang="en-US" dirty="0"/>
              <a:t> </a:t>
            </a:r>
            <a:r>
              <a:rPr lang="en-US" altLang="zh-CN" dirty="0"/>
              <a:t>separately</a:t>
            </a:r>
            <a:r>
              <a:rPr lang="en-US" dirty="0"/>
              <a:t>. </a:t>
            </a:r>
          </a:p>
          <a:p>
            <a:br>
              <a:rPr lang="en-US" dirty="0"/>
            </a:br>
            <a:r>
              <a:rPr lang="en-US" dirty="0"/>
              <a:t>After that, we will present the results and discuss what they mean.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400" dirty="0"/>
              <a:t>Cycling is becoming more popular in cities.</a:t>
            </a:r>
            <a:br>
              <a:rPr lang="en-US" sz="1400" dirty="0"/>
            </a:br>
            <a:r>
              <a:rPr lang="en-US" sz="1400" dirty="0"/>
              <a:t>It is sustainable, flexible, and space-efficient. </a:t>
            </a:r>
          </a:p>
          <a:p>
            <a:r>
              <a:rPr lang="en-US" sz="1400" dirty="0"/>
              <a:t>But cyclists are still among the most vulnerable road users.</a:t>
            </a:r>
            <a:br>
              <a:rPr lang="en-US" sz="1400" dirty="0"/>
            </a:br>
            <a:r>
              <a:rPr lang="en-US" sz="1400" dirty="0"/>
              <a:t>This becomes especially important when automated vehicles enter </a:t>
            </a:r>
            <a:r>
              <a:rPr lang="en-US" altLang="zh-CN" sz="1400" dirty="0"/>
              <a:t>road</a:t>
            </a:r>
            <a:r>
              <a:rPr lang="en-US" sz="1400" dirty="0"/>
              <a:t> traffic. </a:t>
            </a:r>
          </a:p>
          <a:p>
            <a:endParaRPr lang="en-US" sz="14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Automated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vehicles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are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gradually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introduced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to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road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traffic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bg1"/>
                </a:solidFill>
              </a:rPr>
              <a:t>And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in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this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situation,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/>
              <a:t>an</a:t>
            </a:r>
            <a:r>
              <a:rPr lang="en-US" sz="1400" dirty="0"/>
              <a:t> external HMI may help</a:t>
            </a:r>
            <a:r>
              <a:rPr lang="zh-CN" altLang="en-US" sz="1400" dirty="0"/>
              <a:t> </a:t>
            </a:r>
            <a:r>
              <a:rPr lang="en-US" altLang="zh-CN" sz="1400" dirty="0"/>
              <a:t>cyclists</a:t>
            </a:r>
            <a:r>
              <a:rPr lang="zh-CN" altLang="en-US" sz="1400" dirty="0"/>
              <a:t> </a:t>
            </a:r>
            <a:r>
              <a:rPr lang="en-US" altLang="zh-CN" sz="1400" dirty="0"/>
              <a:t>to</a:t>
            </a:r>
            <a:r>
              <a:rPr lang="zh-CN" altLang="en-US" sz="1400" dirty="0"/>
              <a:t> </a:t>
            </a:r>
            <a:r>
              <a:rPr lang="en-US" sz="1400" dirty="0"/>
              <a:t>communicate with an automated vehicle</a:t>
            </a:r>
            <a:r>
              <a:rPr lang="zh-CN" altLang="en-US" sz="1400" dirty="0"/>
              <a:t> </a:t>
            </a:r>
            <a:r>
              <a:rPr lang="en-US" sz="1400" dirty="0"/>
              <a:t>by</a:t>
            </a:r>
            <a:r>
              <a:rPr lang="zh-CN" altLang="en-US" sz="1400" dirty="0"/>
              <a:t> </a:t>
            </a:r>
            <a:r>
              <a:rPr lang="en-US" sz="1400" dirty="0"/>
              <a:t>giv</a:t>
            </a:r>
            <a:r>
              <a:rPr lang="en-US" altLang="zh-CN" sz="1400" dirty="0"/>
              <a:t>ing</a:t>
            </a:r>
            <a:r>
              <a:rPr lang="en-US" sz="1400" dirty="0"/>
              <a:t> information about whether the cyclist should </a:t>
            </a:r>
            <a:r>
              <a:rPr lang="en-US" altLang="zh-CN" sz="1400" dirty="0"/>
              <a:t>do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when</a:t>
            </a:r>
            <a:r>
              <a:rPr lang="zh-CN" altLang="en-US" sz="1400" dirty="0"/>
              <a:t> </a:t>
            </a:r>
            <a:r>
              <a:rPr lang="en-US" altLang="zh-CN" sz="1400" dirty="0"/>
              <a:t>a</a:t>
            </a:r>
            <a:r>
              <a:rPr lang="zh-CN" altLang="en-US" sz="1400" dirty="0"/>
              <a:t> </a:t>
            </a:r>
            <a:r>
              <a:rPr lang="en-US" altLang="zh-CN" sz="1400" dirty="0"/>
              <a:t>simulator</a:t>
            </a:r>
            <a:r>
              <a:rPr lang="zh-CN" altLang="en-US" sz="1400" dirty="0"/>
              <a:t> </a:t>
            </a:r>
            <a:r>
              <a:rPr lang="en-US" altLang="zh-CN" sz="1400" dirty="0"/>
              <a:t>environment</a:t>
            </a:r>
            <a:r>
              <a:rPr lang="zh-CN" altLang="en-US" sz="1400" dirty="0"/>
              <a:t> </a:t>
            </a:r>
            <a:r>
              <a:rPr lang="en-US" altLang="zh-CN" sz="1400" dirty="0"/>
              <a:t>was</a:t>
            </a:r>
            <a:r>
              <a:rPr lang="zh-CN" altLang="en-US" sz="1400" dirty="0"/>
              <a:t> </a:t>
            </a:r>
            <a:r>
              <a:rPr lang="en-US" altLang="zh-CN" sz="1400" dirty="0"/>
              <a:t>provided</a:t>
            </a:r>
            <a:r>
              <a:rPr lang="zh-CN" altLang="en-US" sz="1400" dirty="0"/>
              <a:t> </a:t>
            </a:r>
            <a:r>
              <a:rPr lang="en-US" altLang="zh-CN" sz="1400" dirty="0"/>
              <a:t>to</a:t>
            </a:r>
            <a:r>
              <a:rPr lang="zh-CN" altLang="en-US" sz="1400" dirty="0"/>
              <a:t> </a:t>
            </a:r>
            <a:r>
              <a:rPr lang="en-US" altLang="zh-CN" sz="1400" dirty="0"/>
              <a:t>carry</a:t>
            </a:r>
            <a:r>
              <a:rPr lang="zh-CN" altLang="en-US" sz="1400" dirty="0"/>
              <a:t> </a:t>
            </a:r>
            <a:r>
              <a:rPr lang="en-US" altLang="zh-CN" sz="1400" dirty="0"/>
              <a:t>out</a:t>
            </a:r>
            <a:r>
              <a:rPr lang="zh-CN" altLang="en-US" sz="1400" dirty="0"/>
              <a:t> </a:t>
            </a:r>
            <a:r>
              <a:rPr lang="en-US" altLang="zh-CN" sz="1400" dirty="0"/>
              <a:t>relevant</a:t>
            </a:r>
            <a:r>
              <a:rPr lang="zh-CN" altLang="en-US" sz="1400" dirty="0"/>
              <a:t> </a:t>
            </a:r>
            <a:r>
              <a:rPr lang="en-US" altLang="zh-CN" sz="1400" dirty="0"/>
              <a:t>studies,</a:t>
            </a:r>
            <a:r>
              <a:rPr lang="zh-CN" altLang="en-US" sz="1400" dirty="0"/>
              <a:t> </a:t>
            </a:r>
            <a:r>
              <a:rPr lang="en-US" altLang="zh-CN" sz="1400" dirty="0"/>
              <a:t>most</a:t>
            </a:r>
            <a:r>
              <a:rPr lang="zh-CN" altLang="en-US" sz="1400" dirty="0"/>
              <a:t> </a:t>
            </a:r>
            <a:r>
              <a:rPr lang="en-US" altLang="zh-CN" sz="1400" dirty="0"/>
              <a:t>of</a:t>
            </a:r>
            <a:r>
              <a:rPr lang="zh-CN" altLang="en-US" sz="1400" dirty="0"/>
              <a:t> </a:t>
            </a:r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US" altLang="zh-CN" sz="1400" dirty="0"/>
              <a:t>bike</a:t>
            </a:r>
            <a:r>
              <a:rPr lang="zh-CN" altLang="en-US" sz="1400" dirty="0"/>
              <a:t> </a:t>
            </a:r>
            <a:r>
              <a:rPr lang="en-US" altLang="zh-CN" sz="1400" dirty="0"/>
              <a:t>simulator</a:t>
            </a:r>
            <a:r>
              <a:rPr lang="zh-CN" altLang="en-US" sz="1400" dirty="0"/>
              <a:t> </a:t>
            </a:r>
            <a:r>
              <a:rPr lang="en-US" altLang="zh-CN" sz="1400" dirty="0"/>
              <a:t>studies</a:t>
            </a:r>
            <a:r>
              <a:rPr lang="zh-CN" altLang="en-US" sz="1400" dirty="0"/>
              <a:t> </a:t>
            </a:r>
            <a:r>
              <a:rPr lang="en-US" altLang="zh-CN" sz="1400" dirty="0"/>
              <a:t>mainly</a:t>
            </a:r>
            <a:r>
              <a:rPr lang="zh-CN" altLang="en-US" sz="1400" dirty="0"/>
              <a:t> </a:t>
            </a:r>
            <a:r>
              <a:rPr lang="en-US" altLang="zh-CN" sz="1400" dirty="0"/>
              <a:t>focus</a:t>
            </a:r>
            <a:r>
              <a:rPr lang="zh-CN" altLang="en-US" sz="1400" dirty="0"/>
              <a:t> </a:t>
            </a:r>
            <a:r>
              <a:rPr lang="en-US" altLang="zh-CN" sz="1400" dirty="0"/>
              <a:t>on</a:t>
            </a:r>
            <a:r>
              <a:rPr lang="zh-CN" altLang="en-US" sz="1400" dirty="0"/>
              <a:t> </a:t>
            </a:r>
            <a:r>
              <a:rPr lang="en-US" altLang="zh-CN" sz="1400" dirty="0"/>
              <a:t>common</a:t>
            </a:r>
            <a:r>
              <a:rPr lang="zh-CN" altLang="en-US" sz="1400" dirty="0"/>
              <a:t> </a:t>
            </a:r>
            <a:r>
              <a:rPr lang="en-US" altLang="zh-CN" sz="1400" dirty="0"/>
              <a:t>vehicles</a:t>
            </a:r>
            <a:r>
              <a:rPr lang="zh-CN" altLang="en-US" sz="1400" dirty="0"/>
              <a:t> </a:t>
            </a:r>
            <a:r>
              <a:rPr lang="en-US" altLang="zh-CN" sz="1400" dirty="0"/>
              <a:t>but</a:t>
            </a:r>
            <a:r>
              <a:rPr lang="zh-CN" altLang="en-US" sz="1400" dirty="0"/>
              <a:t> </a:t>
            </a:r>
            <a:r>
              <a:rPr lang="en-US" altLang="zh-CN" sz="1400" dirty="0"/>
              <a:t>not</a:t>
            </a:r>
            <a:r>
              <a:rPr lang="zh-CN" altLang="en-US" sz="1400" dirty="0"/>
              <a:t> </a:t>
            </a:r>
            <a:r>
              <a:rPr lang="en-US" altLang="zh-CN" sz="1400" dirty="0"/>
              <a:t>automated</a:t>
            </a:r>
            <a:r>
              <a:rPr lang="zh-CN" altLang="en-US" sz="1400" dirty="0"/>
              <a:t> </a:t>
            </a:r>
            <a:r>
              <a:rPr lang="en-US" altLang="zh-CN" sz="1400" dirty="0"/>
              <a:t>ones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also</a:t>
            </a:r>
            <a:r>
              <a:rPr lang="zh-CN" altLang="en-US" sz="1400" dirty="0"/>
              <a:t> </a:t>
            </a:r>
            <a:r>
              <a:rPr lang="en-US" altLang="zh-CN" sz="1400" dirty="0"/>
              <a:t>we</a:t>
            </a:r>
            <a:r>
              <a:rPr lang="zh-CN" altLang="en-US" sz="1400" dirty="0"/>
              <a:t> </a:t>
            </a:r>
            <a:r>
              <a:rPr lang="en-US" altLang="zh-CN" sz="1400" dirty="0"/>
              <a:t>lack</a:t>
            </a:r>
            <a:r>
              <a:rPr lang="zh-CN" altLang="en-US" sz="1400" dirty="0"/>
              <a:t> </a:t>
            </a:r>
            <a:r>
              <a:rPr lang="en-US" altLang="zh-CN" sz="1400" dirty="0"/>
              <a:t>evidence</a:t>
            </a:r>
            <a:r>
              <a:rPr lang="zh-CN" altLang="en-US" sz="1400" dirty="0"/>
              <a:t> </a:t>
            </a:r>
            <a:r>
              <a:rPr lang="en-US" altLang="zh-CN" sz="1400" dirty="0"/>
              <a:t>to</a:t>
            </a:r>
            <a:r>
              <a:rPr lang="zh-CN" altLang="en-US" sz="1400" dirty="0"/>
              <a:t> </a:t>
            </a:r>
            <a:r>
              <a:rPr lang="en-US" altLang="zh-CN" sz="1400" dirty="0"/>
              <a:t>prove</a:t>
            </a:r>
            <a:r>
              <a:rPr lang="zh-CN" altLang="en-US" sz="1400" dirty="0"/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simulator sickness has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a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significant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effects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on observed </a:t>
            </a:r>
            <a:r>
              <a:rPr lang="en-US" altLang="zh-CN" sz="1400" dirty="0" err="1">
                <a:solidFill>
                  <a:schemeClr val="accent1"/>
                </a:solidFill>
              </a:rPr>
              <a:t>behaviour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144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722D1-4823-B87D-51F9-30DDB974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37062-8383-DEF0-2B89-CECA7B227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99900-10D9-FB3B-39AA-36553174E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Brief</a:t>
            </a:r>
            <a:r>
              <a:rPr lang="zh-CN" altLang="en-US" dirty="0"/>
              <a:t> </a:t>
            </a:r>
            <a:r>
              <a:rPr lang="en-US" altLang="zh-CN" dirty="0"/>
              <a:t>introduction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CAVE</a:t>
            </a:r>
            <a:r>
              <a:rPr lang="zh-CN" altLang="en-US" dirty="0"/>
              <a:t> </a:t>
            </a:r>
            <a:r>
              <a:rPr lang="en-US" altLang="zh-CN" dirty="0"/>
              <a:t>bike</a:t>
            </a:r>
            <a:r>
              <a:rPr lang="zh-CN" altLang="en-US" dirty="0"/>
              <a:t> </a:t>
            </a:r>
            <a:r>
              <a:rPr lang="en-US" altLang="zh-CN" dirty="0"/>
              <a:t>simulator</a:t>
            </a:r>
          </a:p>
          <a:p>
            <a:endParaRPr lang="en-US" dirty="0"/>
          </a:p>
          <a:p>
            <a:r>
              <a:rPr lang="en-US" dirty="0"/>
              <a:t>It turns a risky street interaction into a controlled experiment. </a:t>
            </a:r>
          </a:p>
          <a:p>
            <a:endParaRPr lang="en-US" dirty="0"/>
          </a:p>
          <a:p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safe,</a:t>
            </a:r>
            <a:r>
              <a:rPr lang="zh-CN" altLang="en-US" dirty="0"/>
              <a:t> </a:t>
            </a:r>
            <a:r>
              <a:rPr lang="en-US" altLang="zh-CN" dirty="0"/>
              <a:t>repeatable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measurable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testing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environment</a:t>
            </a:r>
            <a:r>
              <a:rPr lang="zh-CN" altLang="en-US" dirty="0"/>
              <a:t> </a:t>
            </a:r>
            <a:r>
              <a:rPr lang="en-US" dirty="0"/>
              <a:t>allows us to study human </a:t>
            </a:r>
            <a:r>
              <a:rPr lang="en-US" dirty="0" err="1"/>
              <a:t>behaviour</a:t>
            </a:r>
            <a:r>
              <a:rPr lang="en-US" dirty="0"/>
              <a:t> under controlled conditions,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dirty="0"/>
              <a:t>a realistic traffic experience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without</a:t>
            </a:r>
            <a:r>
              <a:rPr lang="zh-CN" altLang="en-US" dirty="0"/>
              <a:t> </a:t>
            </a:r>
            <a:r>
              <a:rPr lang="en-US" altLang="zh-CN" dirty="0"/>
              <a:t>having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exposed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real</a:t>
            </a:r>
            <a:r>
              <a:rPr lang="zh-CN" altLang="en-US" dirty="0"/>
              <a:t> </a:t>
            </a:r>
            <a:r>
              <a:rPr lang="en-US" altLang="zh-CN" dirty="0"/>
              <a:t>world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9DAA-E4D5-5D01-3205-896B193CFC2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2892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 builds on an earlier study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dirty="0"/>
              <a:t>obtained 108 usable drives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dirty="0"/>
              <a:t>41 participants</a:t>
            </a:r>
            <a:br>
              <a:rPr lang="en-US" dirty="0"/>
            </a:b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dirty="0"/>
              <a:t>focused on perceived safety, HMI acceptance, and visual attention. </a:t>
            </a:r>
          </a:p>
          <a:p>
            <a:r>
              <a:rPr lang="en-US" dirty="0"/>
              <a:t>In the second data-collection wave,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study,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en-US" dirty="0"/>
              <a:t> added</a:t>
            </a:r>
            <a:r>
              <a:rPr lang="zh-CN" altLang="en-US" dirty="0"/>
              <a:t> </a:t>
            </a:r>
            <a:r>
              <a:rPr lang="en-US" dirty="0"/>
              <a:t>more participants.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w</a:t>
            </a:r>
            <a:r>
              <a:rPr lang="en-US" dirty="0"/>
              <a:t>e could not simply use every recorded drive</a:t>
            </a:r>
            <a:r>
              <a:rPr lang="zh-CN" altLang="en-US" dirty="0"/>
              <a:t> </a:t>
            </a:r>
            <a:r>
              <a:rPr lang="en-US" dirty="0"/>
              <a:t>Because some data were inaccurate or incomplete.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Several questions also remained open.</a:t>
            </a:r>
            <a:br>
              <a:rPr lang="en-US" dirty="0"/>
            </a:br>
            <a:r>
              <a:rPr lang="en-US" dirty="0"/>
              <a:t>How much did cyclists slow down around HMI onset?</a:t>
            </a:r>
            <a:br>
              <a:rPr lang="en-US" dirty="0"/>
            </a:br>
            <a:r>
              <a:rPr lang="en-US" dirty="0"/>
              <a:t>Was the </a:t>
            </a:r>
            <a:r>
              <a:rPr lang="en-US" altLang="zh-CN" dirty="0"/>
              <a:t>speed</a:t>
            </a:r>
            <a:r>
              <a:rPr lang="zh-CN" altLang="en-US" dirty="0"/>
              <a:t> </a:t>
            </a:r>
            <a:r>
              <a:rPr lang="en-US" dirty="0"/>
              <a:t>response different for the Bus and Infrastructure HMI?</a:t>
            </a:r>
            <a:br>
              <a:rPr lang="en-US" dirty="0"/>
            </a:br>
            <a:r>
              <a:rPr lang="en-US" dirty="0"/>
              <a:t>And was steering </a:t>
            </a:r>
            <a:r>
              <a:rPr lang="en-US" dirty="0" err="1"/>
              <a:t>behaviour</a:t>
            </a:r>
            <a:r>
              <a:rPr lang="en-US" dirty="0"/>
              <a:t> connected to reported simulator sickness? </a:t>
            </a:r>
          </a:p>
          <a:p>
            <a:r>
              <a:rPr lang="en-US" dirty="0"/>
              <a:t>These </a:t>
            </a:r>
            <a:r>
              <a:rPr lang="en-US" altLang="zh-CN" dirty="0"/>
              <a:t>questions</a:t>
            </a:r>
            <a:r>
              <a:rPr lang="zh-CN" altLang="en-US" dirty="0"/>
              <a:t> </a:t>
            </a:r>
            <a:r>
              <a:rPr lang="en-US" altLang="zh-CN" dirty="0"/>
              <a:t>bring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motivation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dirty="0"/>
              <a:t>our two research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324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2D9C4-47CB-A692-BAF1-264CFB2A6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1B49A-B6F6-DCCA-0D52-FBB32F1EC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7D526-A8C2-AAF7-5B65-7678EB857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shows the main framework. </a:t>
            </a:r>
          </a:p>
          <a:p>
            <a:r>
              <a:rPr lang="en-US" dirty="0"/>
              <a:t>SUMO controls the overall traffic simulation.</a:t>
            </a:r>
            <a:br>
              <a:rPr lang="en-US" dirty="0"/>
            </a:br>
            <a:r>
              <a:rPr lang="en-US" dirty="0"/>
              <a:t>Unity creates the detailed three-dimensional environment.</a:t>
            </a:r>
            <a:br>
              <a:rPr lang="en-US" dirty="0"/>
            </a:b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dirty="0"/>
              <a:t>two systems</a:t>
            </a:r>
            <a:r>
              <a:rPr lang="zh-CN" altLang="en-US" dirty="0"/>
              <a:t> </a:t>
            </a:r>
            <a:r>
              <a:rPr lang="en-US" altLang="zh-CN" dirty="0"/>
              <a:t>were</a:t>
            </a:r>
            <a:r>
              <a:rPr lang="zh-CN" altLang="en-US" dirty="0"/>
              <a:t> </a:t>
            </a:r>
            <a:r>
              <a:rPr lang="en-US" altLang="zh-CN" dirty="0"/>
              <a:t>connected</a:t>
            </a:r>
            <a:r>
              <a:rPr lang="zh-CN" altLang="en-US" dirty="0"/>
              <a:t> </a:t>
            </a:r>
            <a:r>
              <a:rPr lang="en-US" dirty="0" err="1"/>
              <a:t>synchronise</a:t>
            </a:r>
            <a:r>
              <a:rPr lang="en-US" altLang="zh-CN" dirty="0" err="1"/>
              <a:t>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dirty="0" err="1"/>
              <a:t>Sumonity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cyclist is included as a human participant through the physical bicycle simulator.</a:t>
            </a:r>
            <a:br>
              <a:rPr lang="en-US" dirty="0"/>
            </a:br>
            <a:r>
              <a:rPr lang="en-US" dirty="0"/>
              <a:t>So this is a human-in-the-loop experiment. </a:t>
            </a:r>
          </a:p>
          <a:p>
            <a:r>
              <a:rPr lang="en-US" dirty="0"/>
              <a:t>At the same time, we collect simulator trajectories and questionnaire responses.</a:t>
            </a:r>
            <a:br>
              <a:rPr lang="en-US" dirty="0"/>
            </a:br>
            <a:r>
              <a:rPr lang="en-US" dirty="0"/>
              <a:t>Finally, these different data sources are combined for evaluation. </a:t>
            </a:r>
          </a:p>
          <a:p>
            <a:r>
              <a:rPr lang="en-US" dirty="0"/>
              <a:t>This is the main role of the laboratory: connecting a real person with a controlled virtual traffic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9619D-3B82-583D-C0B9-5E2E3C20709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1615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used a within-subject design.</a:t>
            </a:r>
            <a:br>
              <a:rPr lang="en-US" dirty="0"/>
            </a:br>
            <a:r>
              <a:rPr lang="en-US" dirty="0"/>
              <a:t>Each cyclist completed three drives. </a:t>
            </a:r>
            <a:br>
              <a:rPr lang="en-US" dirty="0"/>
            </a:br>
            <a:r>
              <a:rPr lang="en-US" dirty="0"/>
              <a:t>Across these drives, they encountered three HMI conditions: no HMI, Bus HMI, and Infrastructure HMI.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Each drive has six bus-stop scenarios.</a:t>
            </a:r>
            <a:br>
              <a:rPr lang="en-US" dirty="0"/>
            </a:br>
            <a:r>
              <a:rPr lang="en-US" dirty="0"/>
              <a:t>The routes and HMI order were </a:t>
            </a:r>
            <a:r>
              <a:rPr lang="en-US" dirty="0" err="1"/>
              <a:t>randomised</a:t>
            </a:r>
            <a:r>
              <a:rPr lang="en-US" dirty="0"/>
              <a:t> to reduce order effects. </a:t>
            </a:r>
          </a:p>
          <a:p>
            <a:br>
              <a:rPr lang="en-US" dirty="0"/>
            </a:br>
            <a:r>
              <a:rPr lang="en-US" dirty="0"/>
              <a:t>Stops 5 and 6 are especially important for our analysis.</a:t>
            </a:r>
            <a:br>
              <a:rPr lang="en-US" dirty="0"/>
            </a:br>
            <a:r>
              <a:rPr lang="en-US" dirty="0"/>
              <a:t>Stop 5 is a roadside stop.</a:t>
            </a:r>
            <a:br>
              <a:rPr lang="en-US" dirty="0"/>
            </a:br>
            <a:r>
              <a:rPr lang="en-US" dirty="0"/>
              <a:t>Stop 6 includes a protected bicycle lane.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E46DF-1159-2C56-D127-DD728DD84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43340-F941-BB40-34D0-A297C038E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02B31-882A-4657-BCAB-ACCA7EC0E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collected data from three sources. </a:t>
            </a:r>
          </a:p>
          <a:p>
            <a:endParaRPr lang="en-US" dirty="0"/>
          </a:p>
          <a:p>
            <a:r>
              <a:rPr lang="en-US" dirty="0"/>
              <a:t>Participants</a:t>
            </a:r>
            <a:r>
              <a:rPr lang="zh-CN" altLang="en-US" dirty="0"/>
              <a:t> </a:t>
            </a:r>
            <a:r>
              <a:rPr lang="en-US" altLang="zh-CN" dirty="0"/>
              <a:t>fill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questionnairs</a:t>
            </a:r>
            <a:r>
              <a:rPr lang="zh-CN" altLang="en-US" dirty="0"/>
              <a:t> </a:t>
            </a:r>
            <a:r>
              <a:rPr lang="en-US" altLang="zh-CN" dirty="0"/>
              <a:t>before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drive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drive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report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sickness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driving</a:t>
            </a:r>
            <a:r>
              <a:rPr lang="zh-CN" altLang="en-US" dirty="0"/>
              <a:t> </a:t>
            </a:r>
            <a:r>
              <a:rPr lang="en-US" altLang="zh-CN" dirty="0"/>
              <a:t>patterns</a:t>
            </a:r>
          </a:p>
          <a:p>
            <a:br>
              <a:rPr lang="en-US" dirty="0"/>
            </a:br>
            <a:r>
              <a:rPr lang="en-US" dirty="0"/>
              <a:t>Second, </a:t>
            </a:r>
            <a:r>
              <a:rPr lang="en-US" altLang="zh-CN" dirty="0"/>
              <a:t>cyclists’</a:t>
            </a:r>
            <a:r>
              <a:rPr lang="zh-CN" altLang="en-US" dirty="0"/>
              <a:t> </a:t>
            </a:r>
            <a:r>
              <a:rPr lang="en-US" altLang="zh-CN" dirty="0"/>
              <a:t>trajectory</a:t>
            </a:r>
            <a:r>
              <a:rPr lang="en-US" dirty="0"/>
              <a:t> and bus positions, speed, steering, and HMI status</a:t>
            </a:r>
            <a:r>
              <a:rPr lang="zh-CN" altLang="en-US" dirty="0"/>
              <a:t> </a:t>
            </a:r>
            <a:r>
              <a:rPr lang="en-US" altLang="zh-CN" dirty="0"/>
              <a:t>were</a:t>
            </a:r>
            <a:r>
              <a:rPr lang="zh-CN" altLang="en-US" dirty="0"/>
              <a:t> </a:t>
            </a:r>
            <a:r>
              <a:rPr lang="en-US" dirty="0"/>
              <a:t>automatically recorded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simulator</a:t>
            </a:r>
            <a:endParaRPr lang="en-US" dirty="0"/>
          </a:p>
          <a:p>
            <a:r>
              <a:rPr lang="en-US" dirty="0"/>
              <a:t>Third, we also recorded videos for gesture analysis.</a:t>
            </a:r>
            <a:br>
              <a:rPr lang="en-US" dirty="0"/>
            </a:b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since</a:t>
            </a:r>
            <a:r>
              <a:rPr lang="en-US" dirty="0"/>
              <a:t> the video files were very large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they were not included in the current analysis.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2C051-FB82-22C2-57F7-7F64A4AE2C2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2536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first research question focuses on speed.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sz="1200" kern="120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compares short-term speed responses </a:t>
            </a:r>
            <a:r>
              <a:rPr lang="en-US" sz="1200" b="1" kern="120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across different HMI types</a:t>
            </a:r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Bus HMI is </a:t>
            </a:r>
            <a:r>
              <a:rPr lang="en-US" altLang="zh-CN" dirty="0"/>
              <a:t>installed</a:t>
            </a:r>
            <a:r>
              <a:rPr lang="en-US" dirty="0"/>
              <a:t> </a:t>
            </a:r>
            <a:r>
              <a:rPr lang="en-US" altLang="zh-CN" dirty="0"/>
              <a:t>in</a:t>
            </a:r>
            <a:r>
              <a:rPr lang="en-US" dirty="0"/>
              <a:t> the shuttle bus.</a:t>
            </a:r>
            <a:r>
              <a:rPr lang="en-US" sz="1200" kern="120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br>
              <a:rPr lang="en-US" dirty="0"/>
            </a:br>
            <a:r>
              <a:rPr lang="en-US" dirty="0"/>
              <a:t>A direct STOP </a:t>
            </a:r>
            <a:r>
              <a:rPr lang="en-US" altLang="zh-CN" dirty="0"/>
              <a:t>sign</a:t>
            </a:r>
            <a:r>
              <a:rPr lang="en-US" dirty="0"/>
              <a:t> appears on the rear of the moving bus.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altLang="zh-CN" dirty="0"/>
              <a:t>While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dirty="0"/>
              <a:t>he Infrastructure HMI is a fixed roadside signal.</a:t>
            </a:r>
            <a:r>
              <a:rPr lang="zh-CN" altLang="en-US" dirty="0"/>
              <a:t> </a:t>
            </a:r>
            <a:br>
              <a:rPr lang="en-US" dirty="0"/>
            </a:br>
            <a:r>
              <a:rPr lang="en-US" dirty="0"/>
              <a:t>It gives a warning independently of the display on the bus.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262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 was to define </a:t>
            </a:r>
            <a:r>
              <a:rPr lang="en-US" altLang="zh-CN" dirty="0"/>
              <a:t>an</a:t>
            </a:r>
            <a:r>
              <a:rPr lang="en-US" dirty="0"/>
              <a:t> HMI event. </a:t>
            </a:r>
          </a:p>
          <a:p>
            <a:r>
              <a:rPr lang="en-US" dirty="0"/>
              <a:t>We used the HMI-state channels in the simulator data.</a:t>
            </a:r>
          </a:p>
          <a:p>
            <a:br>
              <a:rPr lang="en-US" dirty="0"/>
            </a:br>
            <a:r>
              <a:rPr lang="en-US" dirty="0"/>
              <a:t>For the Bus HMI, when the state changed from inactive to active.</a:t>
            </a:r>
            <a:br>
              <a:rPr lang="en-US" dirty="0"/>
            </a:br>
            <a:r>
              <a:rPr lang="en-US" dirty="0"/>
              <a:t>For the Infrastructure HMI, we selected the first active signal after the inactive state. </a:t>
            </a:r>
          </a:p>
          <a:p>
            <a:r>
              <a:rPr lang="en-US" dirty="0"/>
              <a:t>So one state transition became one HMI</a:t>
            </a:r>
            <a:r>
              <a:rPr lang="zh-CN" altLang="en-US" dirty="0"/>
              <a:t> </a:t>
            </a:r>
            <a:r>
              <a:rPr lang="en-US" altLang="zh-CN" dirty="0"/>
              <a:t>onset</a:t>
            </a:r>
            <a:r>
              <a:rPr lang="en-US" dirty="0"/>
              <a:t> event. </a:t>
            </a:r>
          </a:p>
          <a:p>
            <a:endParaRPr lang="en-US" dirty="0"/>
          </a:p>
          <a:p>
            <a:r>
              <a:rPr lang="en-US" dirty="0"/>
              <a:t>We </a:t>
            </a:r>
            <a:r>
              <a:rPr lang="en-US" altLang="zh-CN" dirty="0"/>
              <a:t>filtered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dirty="0"/>
              <a:t>353 events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selected</a:t>
            </a:r>
            <a:r>
              <a:rPr lang="zh-CN" altLang="en-US" dirty="0"/>
              <a:t> </a:t>
            </a:r>
            <a:r>
              <a:rPr lang="en-US" dirty="0"/>
              <a:t>156 events at Stops 5 and 6</a:t>
            </a:r>
            <a:r>
              <a:rPr lang="zh-CN" altLang="en-US" dirty="0"/>
              <a:t> </a:t>
            </a:r>
            <a:r>
              <a:rPr lang="en-US" altLang="zh-CN" dirty="0"/>
              <a:t>f</a:t>
            </a:r>
            <a:r>
              <a:rPr lang="en-US" dirty="0"/>
              <a:t>or the direct Bus-versus-Infrastructure comparison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applying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specific</a:t>
            </a:r>
            <a:r>
              <a:rPr lang="zh-CN" altLang="en-US" dirty="0"/>
              <a:t> </a:t>
            </a:r>
            <a:r>
              <a:rPr lang="en-US" altLang="zh-CN" dirty="0"/>
              <a:t>criteria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event needed a complete six-second window and valid bus-position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598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every HMI event, we used the activation time as time zero. </a:t>
            </a:r>
          </a:p>
          <a:p>
            <a:endParaRPr lang="en-US" dirty="0"/>
          </a:p>
          <a:p>
            <a:r>
              <a:rPr lang="en-US" dirty="0"/>
              <a:t>We extracted speed </a:t>
            </a:r>
            <a:r>
              <a:rPr lang="en-US" altLang="zh-CN" dirty="0"/>
              <a:t>record</a:t>
            </a:r>
            <a:r>
              <a:rPr lang="zh-CN" altLang="en-US" dirty="0"/>
              <a:t> </a:t>
            </a:r>
            <a:r>
              <a:rPr lang="en-US" dirty="0"/>
              <a:t>during the three seconds before the activation and three seconds after it.</a:t>
            </a:r>
            <a:br>
              <a:rPr lang="en-US" dirty="0"/>
            </a:br>
            <a:r>
              <a:rPr lang="en-US" dirty="0"/>
              <a:t>We then calculated the mean speed separately for both periods. </a:t>
            </a:r>
          </a:p>
          <a:p>
            <a:endParaRPr lang="en-US" dirty="0"/>
          </a:p>
          <a:p>
            <a:r>
              <a:rPr lang="en-US" dirty="0"/>
              <a:t>So every event produced two observations: one pre-HMI value and one post-HMI value. </a:t>
            </a:r>
          </a:p>
          <a:p>
            <a:endParaRPr lang="en-US" dirty="0"/>
          </a:p>
          <a:p>
            <a:r>
              <a:rPr lang="en-US" dirty="0"/>
              <a:t>We </a:t>
            </a:r>
            <a:r>
              <a:rPr lang="en-US" dirty="0" err="1"/>
              <a:t>analysed</a:t>
            </a:r>
            <a:r>
              <a:rPr lang="en-US" dirty="0"/>
              <a:t> these values using a linear mixed-effects model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ideal</a:t>
            </a:r>
            <a:r>
              <a:rPr lang="zh-CN" altLang="en-US" dirty="0"/>
              <a:t> </a:t>
            </a:r>
            <a:r>
              <a:rPr lang="en-US" altLang="zh-CN" dirty="0"/>
              <a:t>choice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analyzing</a:t>
            </a:r>
            <a:r>
              <a:rPr lang="zh-CN" altLang="en-US" dirty="0"/>
              <a:t> </a:t>
            </a:r>
            <a:r>
              <a:rPr lang="en-US" altLang="zh-CN" dirty="0"/>
              <a:t>repeated</a:t>
            </a:r>
            <a:r>
              <a:rPr lang="zh-CN" altLang="en-US" dirty="0"/>
              <a:t> </a:t>
            </a:r>
            <a:r>
              <a:rPr lang="en-US" altLang="zh-CN" dirty="0"/>
              <a:t>observations</a:t>
            </a:r>
          </a:p>
          <a:p>
            <a:br>
              <a:rPr lang="en-US" dirty="0"/>
            </a:b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were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up</a:t>
            </a:r>
            <a:r>
              <a:rPr lang="zh-CN" altLang="en-US" dirty="0"/>
              <a:t> </a:t>
            </a:r>
            <a:r>
              <a:rPr lang="en-US" altLang="zh-CN" dirty="0"/>
              <a:t>accordingly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dirty="0"/>
              <a:t>mean bicycle speed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outcome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period,</a:t>
            </a:r>
            <a:r>
              <a:rPr lang="zh-CN" altLang="en-US" dirty="0"/>
              <a:t> </a:t>
            </a:r>
            <a:r>
              <a:rPr lang="en-US" altLang="zh-CN" dirty="0"/>
              <a:t>HMI-type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stop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interaction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independent</a:t>
            </a:r>
            <a:r>
              <a:rPr lang="zh-CN" altLang="en-US" dirty="0"/>
              <a:t> </a:t>
            </a:r>
            <a:r>
              <a:rPr lang="en-US" altLang="zh-CN" dirty="0"/>
              <a:t>variables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492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addition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speed</a:t>
            </a:r>
            <a:r>
              <a:rPr lang="zh-CN" altLang="en-US" dirty="0"/>
              <a:t> </a:t>
            </a:r>
            <a:r>
              <a:rPr lang="en-US" altLang="zh-CN" dirty="0"/>
              <a:t>response,</a:t>
            </a:r>
            <a:r>
              <a:rPr lang="zh-CN" altLang="en-US" dirty="0"/>
              <a:t> </a:t>
            </a:r>
            <a:r>
              <a:rPr lang="en-US" altLang="zh-CN" dirty="0"/>
              <a:t>w</a:t>
            </a:r>
            <a:r>
              <a:rPr lang="en-US" dirty="0"/>
              <a:t>e also wanted to know where the strongest slowdown happened.</a:t>
            </a:r>
            <a:r>
              <a:rPr lang="zh-CN" alt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included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dirty="0"/>
              <a:t>his </a:t>
            </a:r>
            <a:r>
              <a:rPr lang="en-US" altLang="zh-CN" dirty="0"/>
              <a:t>as</a:t>
            </a:r>
            <a:r>
              <a:rPr lang="en-US" dirty="0"/>
              <a:t> an exploratory analysis, </a:t>
            </a:r>
          </a:p>
          <a:p>
            <a:endParaRPr lang="en-US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3s</a:t>
            </a:r>
            <a:r>
              <a:rPr lang="en-US" dirty="0"/>
              <a:t> post-HMI window. </a:t>
            </a:r>
          </a:p>
          <a:p>
            <a:endParaRPr lang="en-US" dirty="0"/>
          </a:p>
          <a:p>
            <a:r>
              <a:rPr lang="en-US" dirty="0"/>
              <a:t>First, we smoothed the bicycle speed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dirty="0"/>
              <a:t>reduce small fluctuations. </a:t>
            </a:r>
          </a:p>
          <a:p>
            <a:r>
              <a:rPr lang="en-US" dirty="0"/>
              <a:t>then calculated acceleration from the smoothed speed.</a:t>
            </a:r>
          </a:p>
          <a:p>
            <a:br>
              <a:rPr lang="en-US" dirty="0"/>
            </a:b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dirty="0"/>
              <a:t>he most negative acceleration represents the strongest slowdown. </a:t>
            </a:r>
          </a:p>
          <a:p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that exact moment,</a:t>
            </a:r>
            <a:r>
              <a:rPr lang="zh-CN" altLang="en-US" dirty="0"/>
              <a:t> </a:t>
            </a:r>
            <a:r>
              <a:rPr lang="en-US" dirty="0"/>
              <a:t>the distance between the bicycle and the bus</a:t>
            </a:r>
            <a:r>
              <a:rPr lang="zh-CN" altLang="en-US" dirty="0"/>
              <a:t> </a:t>
            </a:r>
            <a:r>
              <a:rPr lang="en-US" altLang="zh-CN" dirty="0"/>
              <a:t>were</a:t>
            </a:r>
            <a:r>
              <a:rPr lang="zh-CN" altLang="en-US" dirty="0"/>
              <a:t> </a:t>
            </a:r>
            <a:r>
              <a:rPr lang="en-US" altLang="zh-CN" dirty="0"/>
              <a:t>obtained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calculated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Euclidean distance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I will now hand over to Kriti for RQ2 and the descriptive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481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Thanks, Kriti.</a:t>
            </a:r>
            <a:br>
              <a:rPr lang="en-US" dirty="0"/>
            </a:br>
            <a:r>
              <a:rPr lang="en-US" dirty="0"/>
              <a:t>I will now come back to the results for RQ1. </a:t>
            </a:r>
          </a:p>
          <a:p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comparison, speed around the Infrastructure HMI changed very little at either stop.</a:t>
            </a:r>
            <a:br>
              <a:rPr lang="en-US" dirty="0"/>
            </a:br>
            <a:r>
              <a:rPr lang="en-US" dirty="0"/>
              <a:t>It remained close to the simulator speed limit. </a:t>
            </a:r>
          </a:p>
          <a:p>
            <a:endParaRPr lang="en-US" dirty="0"/>
          </a:p>
          <a:p>
            <a:r>
              <a:rPr lang="en-US" dirty="0"/>
              <a:t>Here I did some extra </a:t>
            </a:r>
            <a:r>
              <a:rPr lang="en-US" dirty="0" err="1"/>
              <a:t>visualisation</a:t>
            </a:r>
            <a:r>
              <a:rPr lang="en-US" dirty="0"/>
              <a:t> work to see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speed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en-US" dirty="0"/>
              <a:t> more intuitively. </a:t>
            </a:r>
          </a:p>
          <a:p>
            <a:br>
              <a:rPr lang="en-US" dirty="0"/>
            </a:br>
            <a:r>
              <a:rPr lang="en-US" dirty="0"/>
              <a:t>The green line represents the Bus HMI, and the orange line </a:t>
            </a:r>
            <a:r>
              <a:rPr lang="en-US" altLang="zh-CN" dirty="0"/>
              <a:t>is</a:t>
            </a:r>
            <a:r>
              <a:rPr lang="en-US" dirty="0"/>
              <a:t> the Infrastructure HMI. </a:t>
            </a:r>
          </a:p>
          <a:p>
            <a:r>
              <a:rPr lang="en-US" dirty="0"/>
              <a:t>Both at Stop 5 and 6, mean speed around the Bus HMI has an obvious decrease, but at Stop 5, the slowdown starts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004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</a:t>
            </a:r>
            <a:r>
              <a:rPr lang="zh-CN" altLang="en-US" dirty="0"/>
              <a:t> </a:t>
            </a:r>
            <a:r>
              <a:rPr lang="en-US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notice</a:t>
            </a:r>
            <a:r>
              <a:rPr lang="zh-CN" altLang="en-US" dirty="0"/>
              <a:t> </a:t>
            </a:r>
            <a:r>
              <a:rPr lang="en-US" dirty="0"/>
              <a:t>a station effect.</a:t>
            </a:r>
            <a:br>
              <a:rPr lang="en-US" dirty="0"/>
            </a:br>
            <a:r>
              <a:rPr lang="en-US" dirty="0"/>
              <a:t>Cyclists generally maintained a speed about 0.68 </a:t>
            </a:r>
            <a:r>
              <a:rPr lang="en-US" dirty="0" err="1"/>
              <a:t>metres</a:t>
            </a:r>
            <a:r>
              <a:rPr lang="en-US" dirty="0"/>
              <a:t> per second higher at Stop 6, with the protected bicycle lane, than at Stop 5. </a:t>
            </a:r>
          </a:p>
          <a:p>
            <a:endParaRPr lang="en-US" dirty="0"/>
          </a:p>
          <a:p>
            <a:r>
              <a:rPr lang="en-US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result,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notice</a:t>
            </a:r>
            <a:r>
              <a:rPr lang="zh-CN" altLang="en-US" dirty="0"/>
              <a:t> </a:t>
            </a:r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dirty="0"/>
              <a:t>is the interaction between period and HMI type. </a:t>
            </a:r>
          </a:p>
          <a:p>
            <a:r>
              <a:rPr lang="en-US" dirty="0"/>
              <a:t>In simple terms, the pre-to-post speed reduction was about 2.06 </a:t>
            </a:r>
            <a:r>
              <a:rPr lang="en-US" dirty="0" err="1"/>
              <a:t>metres</a:t>
            </a:r>
            <a:r>
              <a:rPr lang="en-US" dirty="0"/>
              <a:t> per second stronger around the Bus HMI than around the Infrastructure HMI.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21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peak-deceleration locations also showed an interesting pattern. </a:t>
            </a:r>
          </a:p>
          <a:p>
            <a:r>
              <a:rPr lang="en-US" dirty="0"/>
              <a:t>Under the Bus HMI, the </a:t>
            </a:r>
            <a:r>
              <a:rPr lang="en-US" altLang="zh-CN" dirty="0"/>
              <a:t>peak-deceleration</a:t>
            </a:r>
            <a:r>
              <a:rPr lang="en-US" dirty="0"/>
              <a:t> location remained quite similar at both stops</a:t>
            </a:r>
          </a:p>
          <a:p>
            <a:endParaRPr lang="en-US" dirty="0"/>
          </a:p>
          <a:p>
            <a:r>
              <a:rPr lang="en-US" dirty="0"/>
              <a:t>Under the Infrastructure HMI, it varied more.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difference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dirty="0"/>
              <a:t>peak-deceleration locations between the two HMI types was especially visible at Stop 6. </a:t>
            </a:r>
          </a:p>
          <a:p>
            <a:r>
              <a:rPr lang="en-US" dirty="0"/>
              <a:t>However, this result is exploratory.</a:t>
            </a:r>
            <a:r>
              <a:rPr lang="zh-CN" altLang="en-US" dirty="0"/>
              <a:t> </a:t>
            </a:r>
            <a:br>
              <a:rPr lang="en-US" dirty="0"/>
            </a:br>
            <a:r>
              <a:rPr lang="en-US" dirty="0"/>
              <a:t>We did not conduct an inferential significance test, so we describe it as a pattern rather than a confirmed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688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</a:t>
            </a:r>
            <a:r>
              <a:rPr lang="en-US" dirty="0" err="1"/>
              <a:t>summarise</a:t>
            </a:r>
            <a:r>
              <a:rPr lang="en-US" dirty="0"/>
              <a:t> RQ1, cyclists were not generally slower before the HMI appeared.</a:t>
            </a:r>
          </a:p>
          <a:p>
            <a:br>
              <a:rPr lang="en-US" dirty="0"/>
            </a:br>
            <a:r>
              <a:rPr lang="en-US" dirty="0"/>
              <a:t>The main difference happened after </a:t>
            </a:r>
            <a:r>
              <a:rPr lang="en-US" altLang="zh-CN" dirty="0"/>
              <a:t>HMI</a:t>
            </a:r>
            <a:r>
              <a:rPr lang="zh-CN" altLang="en-US" dirty="0"/>
              <a:t> </a:t>
            </a:r>
            <a:r>
              <a:rPr lang="en-US" dirty="0"/>
              <a:t>activation. </a:t>
            </a:r>
          </a:p>
          <a:p>
            <a:r>
              <a:rPr lang="en-US" dirty="0"/>
              <a:t>The Bus HMI produced a stronger short-term </a:t>
            </a:r>
            <a:r>
              <a:rPr lang="en-US" dirty="0" err="1"/>
              <a:t>behavioural</a:t>
            </a:r>
            <a:r>
              <a:rPr lang="en-US" dirty="0"/>
              <a:t> response than the Infrastructure HMI. </a:t>
            </a:r>
          </a:p>
          <a:p>
            <a:r>
              <a:rPr lang="en-US" dirty="0"/>
              <a:t>One possible explanation is that the moving bus and its direct STOP message attracted more attention.</a:t>
            </a:r>
          </a:p>
          <a:p>
            <a:br>
              <a:rPr lang="en-US" dirty="0"/>
            </a:br>
            <a:r>
              <a:rPr lang="en-US" dirty="0"/>
              <a:t>So perceived reliance and actual </a:t>
            </a:r>
            <a:r>
              <a:rPr lang="en-US" dirty="0" err="1"/>
              <a:t>behaviour</a:t>
            </a:r>
            <a:r>
              <a:rPr lang="en-US" dirty="0"/>
              <a:t> are not necessarily the same.</a:t>
            </a:r>
            <a:r>
              <a:rPr lang="zh-CN" altLang="en-US" dirty="0"/>
              <a:t> </a:t>
            </a:r>
            <a:r>
              <a:rPr lang="en-US" dirty="0"/>
              <a:t>The Infrastructure HMI was rated as more familiar in the earlier study, but familiarity did not lead to a stronger speed response. </a:t>
            </a:r>
          </a:p>
          <a:p>
            <a:br>
              <a:rPr lang="en-US" dirty="0"/>
            </a:b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last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dirty="0"/>
              <a:t>he bus-stop layout also appears to influence when the cyclist reacts. </a:t>
            </a:r>
          </a:p>
          <a:p>
            <a:endParaRPr lang="en-US" dirty="0"/>
          </a:p>
          <a:p>
            <a:r>
              <a:rPr lang="en-US" altLang="zh-CN" dirty="0"/>
              <a:t>Here’s</a:t>
            </a:r>
            <a:r>
              <a:rPr lang="zh-CN" altLang="en-US" dirty="0"/>
              <a:t> </a:t>
            </a:r>
            <a:r>
              <a:rPr lang="en-US" altLang="zh-CN" dirty="0"/>
              <a:t>everything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RQ1</a:t>
            </a:r>
          </a:p>
          <a:p>
            <a:endParaRPr lang="en-US" dirty="0"/>
          </a:p>
          <a:p>
            <a:r>
              <a:rPr lang="en-US" dirty="0"/>
              <a:t>I will now hand back to Kriti 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267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69</a:t>
            </a:r>
            <a:r>
              <a:rPr lang="zh-CN" altLang="en-US" dirty="0"/>
              <a:t> </a:t>
            </a:r>
            <a:r>
              <a:rPr lang="en-US" altLang="zh-CN" dirty="0"/>
              <a:t>percent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variation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sickness</a:t>
            </a:r>
            <a:r>
              <a:rPr lang="zh-CN" altLang="en-US" dirty="0"/>
              <a:t> </a:t>
            </a:r>
            <a:r>
              <a:rPr lang="en-US" altLang="zh-CN" dirty="0"/>
              <a:t>rating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drives.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326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Increses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o.57</a:t>
            </a:r>
            <a:r>
              <a:rPr lang="zh-CN" altLang="en-US" dirty="0"/>
              <a:t> </a:t>
            </a:r>
            <a:r>
              <a:rPr lang="en-US" altLang="zh-CN" dirty="0"/>
              <a:t>points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sickness</a:t>
            </a:r>
            <a:r>
              <a:rPr lang="zh-CN" altLang="en-US" dirty="0"/>
              <a:t> </a:t>
            </a:r>
            <a:r>
              <a:rPr lang="en-US" altLang="zh-CN" dirty="0"/>
              <a:t>scale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every</a:t>
            </a:r>
            <a:r>
              <a:rPr lang="zh-CN" altLang="en-US" dirty="0"/>
              <a:t> </a:t>
            </a:r>
            <a:r>
              <a:rPr lang="en-US" altLang="zh-CN" dirty="0" err="1"/>
              <a:t>sd</a:t>
            </a:r>
            <a:r>
              <a:rPr lang="zh-CN" altLang="en-US" dirty="0"/>
              <a:t> </a:t>
            </a:r>
            <a:r>
              <a:rPr lang="en-US" altLang="zh-CN" dirty="0" err="1"/>
              <a:t>increse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wobble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045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35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2" y="1321641"/>
            <a:ext cx="8508999" cy="3524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9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2" y="745757"/>
            <a:ext cx="8508999" cy="230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1800"/>
              </a:lnSpc>
              <a:defRPr lang="de-DE" sz="1688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57579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600200"/>
            <a:ext cx="8508999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 useBgFill="1"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48752"/>
            <a:ext cx="4188333" cy="25470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8840"/>
            <a:ext cx="4180392" cy="254691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52650"/>
            <a:ext cx="4197858" cy="255270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2" y="1321648"/>
            <a:ext cx="8508999" cy="53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857375"/>
            <a:ext cx="9144000" cy="3286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2" y="745757"/>
            <a:ext cx="8508999" cy="230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1800"/>
              </a:lnSpc>
              <a:defRPr lang="de-DE" sz="1688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57162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2" y="1321648"/>
            <a:ext cx="8508999" cy="53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857375"/>
            <a:ext cx="9144000" cy="3286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2" y="745757"/>
            <a:ext cx="8508999" cy="230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1800"/>
              </a:lnSpc>
              <a:defRPr lang="de-DE" sz="1688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67119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FD759BDA-774E-4EA4-AB65-4985F09DB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2" y="745750"/>
            <a:ext cx="8508999" cy="37623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anchor="t"/>
          <a:lstStyle>
            <a:lvl1pPr>
              <a:lnSpc>
                <a:spcPts val="1800"/>
              </a:lnSpc>
              <a:buNone/>
              <a:defRPr sz="1688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Titel der Präsentation durch Klicken bearbeiten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566B973-AE31-408B-BD54-E82DEB9A2AD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9088" y="1484046"/>
            <a:ext cx="8508999" cy="955594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anchor="t"/>
          <a:lstStyle>
            <a:lvl1pPr>
              <a:lnSpc>
                <a:spcPct val="150000"/>
              </a:lnSpc>
              <a:buNone/>
              <a:defRPr sz="900" baseline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>
              <a:buNone/>
            </a:pPr>
            <a:r>
              <a:t>Referent</a:t>
            </a:r>
            <a:br/>
            <a:r>
              <a:t>Ort, Datum (Schreibweise: 00. Januar 2015)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BE9A65-E112-4D26-8C91-3754DA8BA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t>‹#›</a:t>
            </a:fld>
            <a:endParaRPr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BCC5DC2-066E-42B2-A391-0541F7622158}"/>
              </a:ext>
            </a:extLst>
          </p:cNvPr>
          <p:cNvSpPr>
            <a:spLocks noGrp="1"/>
          </p:cNvSpPr>
          <p:nvPr>
            <p:ph type="ftr" idx="13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Dr. rer. nat. Erika Mustermann (TUM) | kann beliebig erweitert werden | Infos mit Strich trennen</a:t>
            </a:r>
          </a:p>
        </p:txBody>
      </p:sp>
    </p:spTree>
    <p:extLst>
      <p:ext uri="{BB962C8B-B14F-4D97-AF65-F5344CB8AC3E}">
        <p14:creationId xmlns:p14="http://schemas.microsoft.com/office/powerpoint/2010/main" val="392940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w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2" r:id="rId2"/>
    <p:sldLayoutId id="2147483713" r:id="rId3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  <p:sldLayoutId id="2147483714" r:id="rId9"/>
    <p:sldLayoutId id="2147483715" r:id="rId10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957D9667-B7B8-4DCD-8388-BD54896EDD2E}"/>
              </a:ext>
            </a:extLst>
          </p:cNvPr>
          <p:cNvSpPr>
            <a:spLocks noGrp="1"/>
          </p:cNvSpPr>
          <p:nvPr/>
        </p:nvSpPr>
        <p:spPr>
          <a:xfrm>
            <a:off x="7713330" y="4958660"/>
            <a:ext cx="1115376" cy="10855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4000"/>
              </a:lnSpc>
              <a:buNone/>
            </a:pPr>
            <a:fld id="{C51078C5-4710-4254-8001-F1C0900803FD}" type="slidenum">
              <a:rPr sz="675">
                <a:latin typeface="+mn-lt"/>
                <a:ea typeface="+mn-lt"/>
                <a:cs typeface="+mn-lt"/>
              </a:rPr>
              <a:t>‹#›</a:t>
            </a:fld>
            <a:endParaRPr sz="675">
              <a:latin typeface="+mn-lt"/>
              <a:ea typeface="+mn-lt"/>
              <a:cs typeface="+mn-lt"/>
            </a:endParaRPr>
          </a:p>
        </p:txBody>
      </p:sp>
      <p:pic>
        <p:nvPicPr>
          <p:cNvPr id="27" name="Bild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42531" y="0"/>
            <a:ext cx="9185031" cy="5143500"/>
          </a:xfrm>
          <a:prstGeom prst="rect">
            <a:avLst/>
          </a:prstGeom>
        </p:spPr>
      </p:pic>
      <p:pic>
        <p:nvPicPr>
          <p:cNvPr id="28" name="Bild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8" y="243488"/>
            <a:ext cx="599722" cy="240300"/>
          </a:xfrm>
          <a:prstGeom prst="rect">
            <a:avLst/>
          </a:prstGeom>
        </p:spPr>
      </p:pic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6011C4CC-CFE6-4ACA-B9F0-C04FB6904FF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774934" y="4854991"/>
            <a:ext cx="2052000" cy="273844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r">
              <a:buNone/>
              <a:defRPr sz="675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t>‹#›</a:t>
            </a:fld>
            <a:endParaRPr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464D0998-D3B3-4851-8336-2971EA98696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1162" y="4854991"/>
            <a:ext cx="6464280" cy="273844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675">
                <a:solidFill>
                  <a:schemeClr val="bg1"/>
                </a:solidFill>
              </a:defRPr>
            </a:lvl1pPr>
          </a:lstStyle>
          <a:p>
            <a:r>
              <a:t>Dr. rer. nat. Erika Mustermann (TUM) | kann beliebig erweitert werden | Infos mit Strich trennen</a:t>
            </a:r>
          </a:p>
        </p:txBody>
      </p:sp>
    </p:spTree>
    <p:extLst>
      <p:ext uri="{BB962C8B-B14F-4D97-AF65-F5344CB8AC3E}">
        <p14:creationId xmlns:p14="http://schemas.microsoft.com/office/powerpoint/2010/main" val="327628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algn="l">
        <a:lnSpc>
          <a:spcPct val="125000"/>
        </a:lnSpc>
        <a:spcBef>
          <a:spcPct val="0"/>
        </a:spcBef>
        <a:spcAft>
          <a:spcPct val="0"/>
        </a:spcAft>
        <a:buNone/>
        <a:defRPr sz="1238" b="0" kern="1200">
          <a:solidFill>
            <a:schemeClr val="tx1"/>
          </a:solidFill>
          <a:latin typeface="+mj-lt"/>
          <a:ea typeface="+mj-lt"/>
          <a:cs typeface="+mj-lt"/>
        </a:defRPr>
      </a:lvl1pPr>
      <a:lvl2pPr algn="l">
        <a:spcBef>
          <a:spcPct val="0"/>
        </a:spcBef>
        <a:spcAft>
          <a:spcPct val="0"/>
        </a:spcAft>
        <a:buNone/>
        <a:defRPr sz="1125" b="1">
          <a:solidFill>
            <a:schemeClr val="tx2"/>
          </a:solidFill>
          <a:latin typeface="Arial"/>
          <a:ea typeface="Arial"/>
          <a:cs typeface="Arial"/>
        </a:defRPr>
      </a:lvl2pPr>
      <a:lvl3pPr algn="l">
        <a:spcBef>
          <a:spcPct val="0"/>
        </a:spcBef>
        <a:spcAft>
          <a:spcPct val="0"/>
        </a:spcAft>
        <a:buNone/>
        <a:defRPr sz="1125" b="1">
          <a:solidFill>
            <a:schemeClr val="tx2"/>
          </a:solidFill>
          <a:latin typeface="Arial"/>
          <a:ea typeface="Arial"/>
          <a:cs typeface="Arial"/>
        </a:defRPr>
      </a:lvl3pPr>
      <a:lvl4pPr algn="l">
        <a:spcBef>
          <a:spcPct val="0"/>
        </a:spcBef>
        <a:spcAft>
          <a:spcPct val="0"/>
        </a:spcAft>
        <a:buNone/>
        <a:defRPr sz="1125" b="1">
          <a:solidFill>
            <a:schemeClr val="tx2"/>
          </a:solidFill>
          <a:latin typeface="Arial"/>
          <a:ea typeface="Arial"/>
          <a:cs typeface="Arial"/>
        </a:defRPr>
      </a:lvl4pPr>
      <a:lvl5pPr algn="l">
        <a:spcBef>
          <a:spcPct val="0"/>
        </a:spcBef>
        <a:spcAft>
          <a:spcPct val="0"/>
        </a:spcAft>
        <a:buNone/>
        <a:defRPr sz="1125" b="1">
          <a:solidFill>
            <a:schemeClr val="tx2"/>
          </a:solidFill>
          <a:latin typeface="Arial"/>
          <a:ea typeface="Arial"/>
          <a:cs typeface="Arial"/>
        </a:defRPr>
      </a:lvl5pPr>
      <a:lvl6pPr marL="257169" algn="l">
        <a:spcBef>
          <a:spcPct val="0"/>
        </a:spcBef>
        <a:spcAft>
          <a:spcPct val="0"/>
        </a:spcAft>
        <a:buNone/>
        <a:defRPr sz="1125" b="1">
          <a:solidFill>
            <a:schemeClr val="tx2"/>
          </a:solidFill>
          <a:latin typeface="Arial"/>
          <a:ea typeface="Arial"/>
          <a:cs typeface="Arial"/>
        </a:defRPr>
      </a:lvl6pPr>
      <a:lvl7pPr marL="514337" algn="l">
        <a:spcBef>
          <a:spcPct val="0"/>
        </a:spcBef>
        <a:spcAft>
          <a:spcPct val="0"/>
        </a:spcAft>
        <a:buNone/>
        <a:defRPr sz="1125" b="1">
          <a:solidFill>
            <a:schemeClr val="tx2"/>
          </a:solidFill>
          <a:latin typeface="Arial"/>
          <a:ea typeface="Arial"/>
          <a:cs typeface="Arial"/>
        </a:defRPr>
      </a:lvl7pPr>
      <a:lvl8pPr marL="771506" algn="l">
        <a:spcBef>
          <a:spcPct val="0"/>
        </a:spcBef>
        <a:spcAft>
          <a:spcPct val="0"/>
        </a:spcAft>
        <a:buNone/>
        <a:defRPr sz="1125" b="1">
          <a:solidFill>
            <a:schemeClr val="tx2"/>
          </a:solidFill>
          <a:latin typeface="Arial"/>
          <a:ea typeface="Arial"/>
          <a:cs typeface="Arial"/>
        </a:defRPr>
      </a:lvl8pPr>
      <a:lvl9pPr marL="1028675" algn="l">
        <a:spcBef>
          <a:spcPct val="0"/>
        </a:spcBef>
        <a:spcAft>
          <a:spcPct val="0"/>
        </a:spcAft>
        <a:buNone/>
        <a:defRPr sz="1125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ct val="0"/>
        </a:spcBef>
        <a:spcAft>
          <a:spcPct val="0"/>
        </a:spcAft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1pPr>
      <a:lvl2pPr marL="99118" indent="-99118" algn="l">
        <a:lnSpc>
          <a:spcPct val="100000"/>
        </a:lnSpc>
        <a:spcBef>
          <a:spcPct val="0"/>
        </a:spcBef>
        <a:spcAft>
          <a:spcPct val="0"/>
        </a:spcAft>
        <a:buFont typeface="Arial"/>
        <a:buChar char="•"/>
        <a:defRPr sz="900" kern="1200">
          <a:solidFill>
            <a:schemeClr val="tx1"/>
          </a:solidFill>
          <a:latin typeface="+mn-lt"/>
          <a:ea typeface="+mn-lt"/>
          <a:cs typeface="+mn-lt"/>
        </a:defRPr>
      </a:lvl2pPr>
      <a:lvl3pPr marL="202700" indent="-103583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788" kern="1200">
          <a:solidFill>
            <a:schemeClr val="tx1"/>
          </a:solidFill>
          <a:latin typeface="+mn-lt"/>
          <a:ea typeface="+mn-lt"/>
          <a:cs typeface="+mn-lt"/>
        </a:defRPr>
      </a:lvl3pPr>
      <a:lvl4pPr marL="302709" indent="-100010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788" kern="1200">
          <a:solidFill>
            <a:schemeClr val="tx1"/>
          </a:solidFill>
          <a:latin typeface="+mn-lt"/>
          <a:ea typeface="+mn-lt"/>
          <a:cs typeface="+mn-lt"/>
        </a:defRPr>
      </a:lvl4pPr>
      <a:lvl5pPr marL="401826" indent="-99118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788" kern="1200">
          <a:solidFill>
            <a:schemeClr val="tx1"/>
          </a:solidFill>
          <a:latin typeface="+mn-lt"/>
          <a:ea typeface="+mn-lt"/>
          <a:cs typeface="+mn-lt"/>
        </a:defRPr>
      </a:lvl5pPr>
      <a:lvl6pPr marL="1414427" indent="-128585" algn="l" defTabSz="514337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marL="1671596" indent="-128585" algn="l" defTabSz="514337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marL="1928765" indent="-128585" algn="l" defTabSz="514337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marL="2185933" indent="-128585" algn="l" defTabSz="514337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marL="257169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marL="514337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marL="771506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marL="1028675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marL="1285843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marL="1543011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marL="1800180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marL="2057349" algn="l" defTabSz="514337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C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5610B4-1C68-0179-5E2F-2C1358DC1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24" y="3614"/>
            <a:ext cx="7651317" cy="51731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2ACB1F-5E42-436B-5A02-831732316E77}"/>
              </a:ext>
            </a:extLst>
          </p:cNvPr>
          <p:cNvSpPr>
            <a:spLocks noGrp="1"/>
          </p:cNvSpPr>
          <p:nvPr/>
        </p:nvSpPr>
        <p:spPr>
          <a:xfrm>
            <a:off x="0" y="-105798"/>
            <a:ext cx="6028572" cy="5267733"/>
          </a:xfrm>
          <a:prstGeom prst="rect">
            <a:avLst/>
          </a:prstGeom>
          <a:solidFill>
            <a:srgbClr val="001B2E"/>
          </a:solidFill>
          <a:ln w="0">
            <a:solidFill>
              <a:srgbClr val="00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575934" y="2426864"/>
            <a:ext cx="1669287" cy="1559149"/>
          </a:xfrm>
        </p:spPr>
        <p:txBody>
          <a:bodyPr/>
          <a:lstStyle/>
          <a:p>
            <a:r>
              <a:rPr lang="en-US" sz="1200" b="1">
                <a:solidFill>
                  <a:schemeClr val="bg1"/>
                </a:solidFill>
              </a:rPr>
              <a:t>Supervisor</a:t>
            </a:r>
          </a:p>
          <a:p>
            <a:r>
              <a:rPr lang="de" sz="1200" b="1">
                <a:solidFill>
                  <a:schemeClr val="bg1"/>
                </a:solidFill>
              </a:rPr>
              <a:t>Student</a:t>
            </a:r>
          </a:p>
          <a:p>
            <a:endParaRPr lang="de" sz="1200" b="1">
              <a:solidFill>
                <a:schemeClr val="bg1"/>
              </a:solidFill>
            </a:endParaRPr>
          </a:p>
          <a:p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27.08.2026</a:t>
            </a:r>
            <a:endParaRPr lang="de" sz="1200">
              <a:solidFill>
                <a:schemeClr val="bg1"/>
              </a:solidFill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D65E080E-B470-E5E4-6547-DCB33ED1C34F}"/>
              </a:ext>
            </a:extLst>
          </p:cNvPr>
          <p:cNvSpPr txBox="1">
            <a:spLocks/>
          </p:cNvSpPr>
          <p:nvPr/>
        </p:nvSpPr>
        <p:spPr>
          <a:xfrm>
            <a:off x="1692011" y="2434483"/>
            <a:ext cx="4336561" cy="1485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de-DE" sz="14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Tian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Zheng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M.Sc.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Xiaoting Deng</a:t>
            </a:r>
          </a:p>
          <a:p>
            <a:r>
              <a:rPr lang="en-US" sz="1200" dirty="0">
                <a:solidFill>
                  <a:schemeClr val="bg1"/>
                </a:solidFill>
              </a:rPr>
              <a:t>Kriti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Shrestha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altLang="zh-CN" sz="1200" dirty="0">
                <a:solidFill>
                  <a:schemeClr val="bg1"/>
                </a:solidFill>
              </a:rPr>
              <a:t>Experimental Studies on Testbeds and Simulators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C72146-F96B-C655-4A1E-CF19F48DB115}"/>
              </a:ext>
            </a:extLst>
          </p:cNvPr>
          <p:cNvSpPr>
            <a:spLocks noGrp="1"/>
          </p:cNvSpPr>
          <p:nvPr/>
        </p:nvSpPr>
        <p:spPr>
          <a:xfrm>
            <a:off x="5990044" y="-105798"/>
            <a:ext cx="456511" cy="5267733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8F39E236-8780-86BE-7808-62CAFED17EC7}"/>
              </a:ext>
            </a:extLst>
          </p:cNvPr>
          <p:cNvSpPr txBox="1">
            <a:spLocks/>
          </p:cNvSpPr>
          <p:nvPr/>
        </p:nvSpPr>
        <p:spPr>
          <a:xfrm>
            <a:off x="575934" y="4417696"/>
            <a:ext cx="3254248" cy="653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de-DE" sz="14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80"/>
              </a:lnSpc>
              <a:spcAft>
                <a:spcPts val="0"/>
              </a:spcAft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TUM School</a:t>
            </a:r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</a:rPr>
              <a:t> of Engineering and Design</a:t>
            </a:r>
          </a:p>
          <a:p>
            <a:pPr>
              <a:lnSpc>
                <a:spcPts val="1180"/>
              </a:lnSpc>
              <a:spcAft>
                <a:spcPts val="0"/>
              </a:spcAft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Chair of Traffic Engineering and Control</a:t>
            </a:r>
          </a:p>
          <a:p>
            <a:pPr>
              <a:lnSpc>
                <a:spcPts val="1180"/>
              </a:lnSpc>
              <a:spcAft>
                <a:spcPts val="0"/>
              </a:spcAft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Univ.-Prof. Dr.-Ing. Klaus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Bogenberger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575934" y="610123"/>
            <a:ext cx="5145993" cy="886173"/>
          </a:xfrm>
        </p:spPr>
        <p:txBody>
          <a:bodyPr/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Investigating cyclists’ speed responses and</a:t>
            </a:r>
            <a:r>
              <a:rPr lang="zh-CN" altLang="en-US" sz="2000" b="1" dirty="0">
                <a:solidFill>
                  <a:schemeClr val="bg1"/>
                </a:solidFill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</a:rPr>
              <a:t>steering-related simulator sickness </a:t>
            </a:r>
            <a:endParaRPr lang="de-DE" sz="20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itel 4">
            <a:extLst>
              <a:ext uri="{FF2B5EF4-FFF2-40B4-BE49-F238E27FC236}">
                <a16:creationId xmlns:a16="http://schemas.microsoft.com/office/drawing/2014/main" id="{F4D10AD8-C099-8CEA-D75A-ECE8BC3B2D19}"/>
              </a:ext>
            </a:extLst>
          </p:cNvPr>
          <p:cNvSpPr txBox="1">
            <a:spLocks/>
          </p:cNvSpPr>
          <p:nvPr/>
        </p:nvSpPr>
        <p:spPr>
          <a:xfrm>
            <a:off x="575933" y="1512860"/>
            <a:ext cx="5145993" cy="41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zh-C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CAVE bicycle simulator study</a:t>
            </a:r>
            <a:endParaRPr lang="en-US" sz="20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title">
            <a:extLst>
              <a:ext uri="{FF2B5EF4-FFF2-40B4-BE49-F238E27FC236}">
                <a16:creationId xmlns:a16="http://schemas.microsoft.com/office/drawing/2014/main" id="{20F5CE0C-C582-453A-AAC0-BDC67C9DF4DC}"/>
              </a:ext>
            </a:extLst>
          </p:cNvPr>
          <p:cNvSpPr>
            <a:spLocks noGrp="1"/>
          </p:cNvSpPr>
          <p:nvPr/>
        </p:nvSpPr>
        <p:spPr>
          <a:xfrm>
            <a:off x="477077" y="1871011"/>
            <a:ext cx="2480807" cy="7007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US" sz="3200" b="1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C2901CE4-0986-5B88-66EF-E18847D40F75}"/>
              </a:ext>
            </a:extLst>
          </p:cNvPr>
          <p:cNvSpPr txBox="1">
            <a:spLocks/>
          </p:cNvSpPr>
          <p:nvPr/>
        </p:nvSpPr>
        <p:spPr>
          <a:xfrm>
            <a:off x="3792643" y="1855897"/>
            <a:ext cx="5279795" cy="1767085"/>
          </a:xfrm>
          <a:prstGeom prst="rect">
            <a:avLst/>
          </a:prstGeom>
        </p:spPr>
        <p:txBody>
          <a:bodyPr wrap="square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/>
                </a:solidFill>
              </a:rPr>
              <a:t>Background </a:t>
            </a: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/>
                </a:solidFill>
              </a:rPr>
              <a:t>Method</a:t>
            </a:r>
            <a:r>
              <a:rPr lang="zh-CN" alt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·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the CAVE bicycle simulator study</a:t>
            </a:r>
            <a:r>
              <a:rPr lang="en-US" altLang="zh-CN" sz="1400" dirty="0">
                <a:solidFill>
                  <a:schemeClr val="bg1"/>
                </a:solidFill>
              </a:rPr>
              <a:t>,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RQ1,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RQ2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/>
                </a:solidFill>
              </a:rPr>
              <a:t>Results (RQ1)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·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Conclusion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&amp;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Discussion</a:t>
            </a: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/>
                </a:solidFill>
              </a:rPr>
              <a:t>Results (RQ2) 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·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Conclusion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&amp;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Discussion</a:t>
            </a:r>
          </a:p>
          <a:p>
            <a:pPr>
              <a:spcAft>
                <a:spcPts val="1000"/>
              </a:spcAft>
            </a:pPr>
            <a:r>
              <a:rPr lang="en-US" altLang="zh-CN" sz="1400" dirty="0">
                <a:solidFill>
                  <a:schemeClr val="bg1"/>
                </a:solidFill>
              </a:rPr>
              <a:t>Limitation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&amp;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C36E7D-C13C-A16A-9198-56522D5CD534}"/>
              </a:ext>
            </a:extLst>
          </p:cNvPr>
          <p:cNvSpPr>
            <a:spLocks noGrp="1"/>
          </p:cNvSpPr>
          <p:nvPr/>
        </p:nvSpPr>
        <p:spPr>
          <a:xfrm>
            <a:off x="3489588" y="1918414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0065B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FCD51A-94D4-8D8F-4968-9A10C5F7BD57}"/>
              </a:ext>
            </a:extLst>
          </p:cNvPr>
          <p:cNvSpPr>
            <a:spLocks noGrp="1"/>
          </p:cNvSpPr>
          <p:nvPr/>
        </p:nvSpPr>
        <p:spPr>
          <a:xfrm>
            <a:off x="3489588" y="226530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65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57E944-0301-CB82-FA2E-E784B4C1C3E3}"/>
              </a:ext>
            </a:extLst>
          </p:cNvPr>
          <p:cNvSpPr>
            <a:spLocks noGrp="1"/>
          </p:cNvSpPr>
          <p:nvPr/>
        </p:nvSpPr>
        <p:spPr>
          <a:xfrm>
            <a:off x="3489588" y="2604235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65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CB5A5D-9585-8FEB-541B-2AE52FBCA736}"/>
              </a:ext>
            </a:extLst>
          </p:cNvPr>
          <p:cNvSpPr>
            <a:spLocks noGrp="1"/>
          </p:cNvSpPr>
          <p:nvPr/>
        </p:nvSpPr>
        <p:spPr>
          <a:xfrm>
            <a:off x="3489588" y="294317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65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E07160-A99D-A3A1-3EE6-3DF47F1AB742}"/>
              </a:ext>
            </a:extLst>
          </p:cNvPr>
          <p:cNvSpPr>
            <a:spLocks noGrp="1"/>
          </p:cNvSpPr>
          <p:nvPr/>
        </p:nvSpPr>
        <p:spPr>
          <a:xfrm>
            <a:off x="3489588" y="3290056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65B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387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A5A58A-A275-B5EC-E9F6-21D2D6D389FD}"/>
              </a:ext>
            </a:extLst>
          </p:cNvPr>
          <p:cNvSpPr/>
          <p:nvPr/>
        </p:nvSpPr>
        <p:spPr>
          <a:xfrm>
            <a:off x="0" y="2512445"/>
            <a:ext cx="9144000" cy="1095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74FCE4-4909-1903-0E7C-47AECC2B10BB}"/>
              </a:ext>
            </a:extLst>
          </p:cNvPr>
          <p:cNvSpPr txBox="1">
            <a:spLocks/>
          </p:cNvSpPr>
          <p:nvPr/>
        </p:nvSpPr>
        <p:spPr>
          <a:xfrm>
            <a:off x="316992" y="2512445"/>
            <a:ext cx="7792246" cy="1065545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Research</a:t>
            </a:r>
            <a:r>
              <a:rPr lang="zh-CN" altLang="en-US" sz="72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72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gap</a:t>
            </a:r>
            <a:endParaRPr lang="en-US" altLang="zh-CN" sz="7200" b="1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65F61-7C60-C008-E063-170C41464BAC}"/>
              </a:ext>
            </a:extLst>
          </p:cNvPr>
          <p:cNvSpPr txBox="1"/>
          <p:nvPr/>
        </p:nvSpPr>
        <p:spPr>
          <a:xfrm>
            <a:off x="406546" y="231569"/>
            <a:ext cx="2694774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Background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9ECF235-D0BC-C588-857C-2AEE30109EA7}"/>
              </a:ext>
            </a:extLst>
          </p:cNvPr>
          <p:cNvSpPr txBox="1">
            <a:spLocks/>
          </p:cNvSpPr>
          <p:nvPr/>
        </p:nvSpPr>
        <p:spPr>
          <a:xfrm>
            <a:off x="2049504" y="1576913"/>
            <a:ext cx="6419091" cy="935532"/>
          </a:xfrm>
          <a:prstGeom prst="rect">
            <a:avLst/>
          </a:prstGeom>
        </p:spPr>
        <p:txBody>
          <a:bodyPr wrap="square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chemeClr val="bg1"/>
                </a:solidFill>
              </a:rPr>
              <a:t>Cycling is </a:t>
            </a:r>
            <a:r>
              <a:rPr lang="en-US" altLang="zh-CN" sz="1200" dirty="0">
                <a:solidFill>
                  <a:schemeClr val="bg1"/>
                </a:solidFill>
              </a:rPr>
              <a:t>increasingly</a:t>
            </a:r>
            <a:r>
              <a:rPr lang="en-US" altLang="zh-CN" sz="1300" dirty="0">
                <a:solidFill>
                  <a:schemeClr val="bg1"/>
                </a:solidFill>
              </a:rPr>
              <a:t> popular as a sustainable urban transport mode</a:t>
            </a:r>
            <a:r>
              <a:rPr lang="zh-CN" altLang="en-US" sz="1300" dirty="0">
                <a:solidFill>
                  <a:schemeClr val="bg1"/>
                </a:solidFill>
              </a:rPr>
              <a:t> </a:t>
            </a: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Cyclists remain among the most vulnerable road users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46E1E3D5-8B57-CE9E-B0D1-16C51E0A2D80}"/>
              </a:ext>
            </a:extLst>
          </p:cNvPr>
          <p:cNvSpPr txBox="1">
            <a:spLocks/>
          </p:cNvSpPr>
          <p:nvPr/>
        </p:nvSpPr>
        <p:spPr>
          <a:xfrm>
            <a:off x="2049504" y="3803825"/>
            <a:ext cx="6021398" cy="678167"/>
          </a:xfrm>
          <a:prstGeom prst="rect">
            <a:avLst/>
          </a:prstGeom>
        </p:spPr>
        <p:txBody>
          <a:bodyPr wrap="square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chemeClr val="bg1"/>
                </a:solidFill>
              </a:rPr>
              <a:t>Automated</a:t>
            </a:r>
            <a:r>
              <a:rPr lang="zh-CN" altLang="en-US" sz="1300" dirty="0">
                <a:solidFill>
                  <a:schemeClr val="bg1"/>
                </a:solidFill>
              </a:rPr>
              <a:t> </a:t>
            </a:r>
            <a:r>
              <a:rPr lang="en-US" altLang="zh-CN" sz="1300" dirty="0">
                <a:solidFill>
                  <a:schemeClr val="bg1"/>
                </a:solidFill>
              </a:rPr>
              <a:t>vehicles</a:t>
            </a:r>
            <a:r>
              <a:rPr lang="zh-CN" altLang="en-US" sz="1300" dirty="0">
                <a:solidFill>
                  <a:schemeClr val="bg1"/>
                </a:solidFill>
              </a:rPr>
              <a:t> </a:t>
            </a:r>
            <a:r>
              <a:rPr lang="en-US" altLang="zh-CN" sz="1300" dirty="0">
                <a:solidFill>
                  <a:schemeClr val="bg1"/>
                </a:solidFill>
              </a:rPr>
              <a:t>are</a:t>
            </a:r>
            <a:r>
              <a:rPr lang="zh-CN" altLang="en-US" sz="1300" dirty="0">
                <a:solidFill>
                  <a:schemeClr val="bg1"/>
                </a:solidFill>
              </a:rPr>
              <a:t> </a:t>
            </a:r>
            <a:r>
              <a:rPr lang="en-US" altLang="zh-CN" sz="1300" dirty="0">
                <a:solidFill>
                  <a:schemeClr val="bg1"/>
                </a:solidFill>
              </a:rPr>
              <a:t>gradually</a:t>
            </a:r>
            <a:r>
              <a:rPr lang="zh-CN" altLang="en-US" sz="1300" dirty="0">
                <a:solidFill>
                  <a:schemeClr val="bg1"/>
                </a:solidFill>
              </a:rPr>
              <a:t> </a:t>
            </a:r>
            <a:r>
              <a:rPr lang="en-US" altLang="zh-CN" sz="1300" dirty="0">
                <a:solidFill>
                  <a:schemeClr val="bg1"/>
                </a:solidFill>
              </a:rPr>
              <a:t>introduced</a:t>
            </a:r>
            <a:r>
              <a:rPr lang="zh-CN" altLang="en-US" sz="1300" dirty="0">
                <a:solidFill>
                  <a:schemeClr val="bg1"/>
                </a:solidFill>
              </a:rPr>
              <a:t> </a:t>
            </a:r>
            <a:r>
              <a:rPr lang="en-US" altLang="zh-CN" sz="1300" dirty="0">
                <a:solidFill>
                  <a:schemeClr val="bg1"/>
                </a:solidFill>
              </a:rPr>
              <a:t>to</a:t>
            </a:r>
            <a:r>
              <a:rPr lang="zh-CN" altLang="en-US" sz="1300" dirty="0">
                <a:solidFill>
                  <a:schemeClr val="bg1"/>
                </a:solidFill>
              </a:rPr>
              <a:t> </a:t>
            </a:r>
            <a:r>
              <a:rPr lang="en-US" altLang="zh-CN" sz="1300" dirty="0">
                <a:solidFill>
                  <a:schemeClr val="bg1"/>
                </a:solidFill>
              </a:rPr>
              <a:t>road</a:t>
            </a:r>
            <a:r>
              <a:rPr lang="zh-CN" altLang="en-US" sz="1300" dirty="0">
                <a:solidFill>
                  <a:schemeClr val="bg1"/>
                </a:solidFill>
              </a:rPr>
              <a:t> </a:t>
            </a:r>
            <a:r>
              <a:rPr lang="en-US" altLang="zh-CN" sz="1300" dirty="0">
                <a:solidFill>
                  <a:schemeClr val="bg1"/>
                </a:solidFill>
              </a:rPr>
              <a:t>traffic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External HMIs </a:t>
            </a:r>
            <a:r>
              <a:rPr lang="en-US" altLang="zh-CN" sz="1300" dirty="0">
                <a:solidFill>
                  <a:schemeClr val="bg1"/>
                </a:solidFill>
              </a:rPr>
              <a:t>might</a:t>
            </a:r>
            <a:r>
              <a:rPr lang="en-US" sz="1300" dirty="0">
                <a:solidFill>
                  <a:schemeClr val="bg1"/>
                </a:solidFill>
              </a:rPr>
              <a:t> support cyclists’ decisions to brake, yield or pass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FC47FA2-7DE3-5E68-D5D3-88851C1BF01E}"/>
              </a:ext>
            </a:extLst>
          </p:cNvPr>
          <p:cNvSpPr txBox="1">
            <a:spLocks/>
          </p:cNvSpPr>
          <p:nvPr/>
        </p:nvSpPr>
        <p:spPr>
          <a:xfrm>
            <a:off x="2049504" y="2772076"/>
            <a:ext cx="6473207" cy="772118"/>
          </a:xfrm>
          <a:prstGeom prst="rect">
            <a:avLst/>
          </a:prstGeom>
        </p:spPr>
        <p:txBody>
          <a:bodyPr wrap="square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accent1"/>
                </a:solidFill>
              </a:rPr>
              <a:t>Limited evidence on cyclists’ responses to automated shuttle buses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chemeClr val="accent1"/>
                </a:solidFill>
              </a:rPr>
              <a:t>Limited understanding of simulator sickness and observed </a:t>
            </a:r>
            <a:r>
              <a:rPr lang="en-US" altLang="zh-CN" sz="1300" dirty="0" err="1">
                <a:solidFill>
                  <a:schemeClr val="accent1"/>
                </a:solidFill>
              </a:rPr>
              <a:t>behaviour</a:t>
            </a:r>
            <a:endParaRPr lang="en-US" sz="1300" dirty="0">
              <a:solidFill>
                <a:schemeClr val="accent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55A22B-7566-F106-108E-6E00A5A6DA86}"/>
              </a:ext>
            </a:extLst>
          </p:cNvPr>
          <p:cNvCxnSpPr>
            <a:cxnSpLocks/>
          </p:cNvCxnSpPr>
          <p:nvPr/>
        </p:nvCxnSpPr>
        <p:spPr>
          <a:xfrm>
            <a:off x="406546" y="2512445"/>
            <a:ext cx="0" cy="10952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C4EA03-CAAE-BA3E-D555-A097C85FAE1F}"/>
              </a:ext>
            </a:extLst>
          </p:cNvPr>
          <p:cNvCxnSpPr>
            <a:cxnSpLocks/>
          </p:cNvCxnSpPr>
          <p:nvPr/>
        </p:nvCxnSpPr>
        <p:spPr>
          <a:xfrm>
            <a:off x="8818283" y="2542180"/>
            <a:ext cx="8725" cy="106554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B974B513-CC62-551E-5C21-C0779D2357E7}"/>
              </a:ext>
            </a:extLst>
          </p:cNvPr>
          <p:cNvSpPr txBox="1">
            <a:spLocks/>
          </p:cNvSpPr>
          <p:nvPr/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29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147EA-F055-4B2A-63A0-13E5BF39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900F40-7142-E08B-CD7F-CB29C97CC4FA}"/>
              </a:ext>
            </a:extLst>
          </p:cNvPr>
          <p:cNvSpPr>
            <a:spLocks noGrp="1"/>
          </p:cNvSpPr>
          <p:nvPr/>
        </p:nvSpPr>
        <p:spPr>
          <a:xfrm>
            <a:off x="4111452" y="3684504"/>
            <a:ext cx="3989680" cy="588856"/>
          </a:xfrm>
          <a:prstGeom prst="roundRect">
            <a:avLst>
              <a:gd name="adj" fmla="val 4686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4209F1-6AF6-45B8-386C-A8163A4EBD2D}"/>
              </a:ext>
            </a:extLst>
          </p:cNvPr>
          <p:cNvSpPr>
            <a:spLocks noGrp="1"/>
          </p:cNvSpPr>
          <p:nvPr/>
        </p:nvSpPr>
        <p:spPr>
          <a:xfrm>
            <a:off x="3925475" y="2714853"/>
            <a:ext cx="4734875" cy="671513"/>
          </a:xfrm>
          <a:prstGeom prst="roundRect">
            <a:avLst>
              <a:gd name="adj" fmla="val 50000"/>
            </a:avLst>
          </a:prstGeom>
          <a:solidFill>
            <a:srgbClr val="F4FB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0223A9-3BFA-0D72-DAC5-6C2B5783C15A}"/>
              </a:ext>
            </a:extLst>
          </p:cNvPr>
          <p:cNvSpPr>
            <a:spLocks noGrp="1"/>
          </p:cNvSpPr>
          <p:nvPr/>
        </p:nvSpPr>
        <p:spPr>
          <a:xfrm>
            <a:off x="4295701" y="1772822"/>
            <a:ext cx="4651816" cy="655001"/>
          </a:xfrm>
          <a:prstGeom prst="roundRect">
            <a:avLst>
              <a:gd name="adj" fmla="val 50000"/>
            </a:avLst>
          </a:prstGeom>
          <a:solidFill>
            <a:srgbClr val="EE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669F6B-DA43-4358-3ED5-F3B992698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0779" y="1471176"/>
            <a:ext cx="5336247" cy="3379708"/>
          </a:xfrm>
          <a:prstGeom prst="rect">
            <a:avLst/>
          </a:prstGeom>
        </p:spPr>
      </p:pic>
      <p:sp>
        <p:nvSpPr>
          <p:cNvPr id="2" name="slide-2-title">
            <a:extLst>
              <a:ext uri="{FF2B5EF4-FFF2-40B4-BE49-F238E27FC236}">
                <a16:creationId xmlns:a16="http://schemas.microsoft.com/office/drawing/2014/main" id="{54E59056-7B4C-E5A5-42D1-7068AEDE7872}"/>
              </a:ext>
            </a:extLst>
          </p:cNvPr>
          <p:cNvSpPr>
            <a:spLocks noGrp="1"/>
          </p:cNvSpPr>
          <p:nvPr/>
        </p:nvSpPr>
        <p:spPr>
          <a:xfrm>
            <a:off x="343123" y="484134"/>
            <a:ext cx="7536656" cy="4257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3212D"/>
                </a:solidFill>
              </a:defRPr>
            </a:pPr>
            <a:r>
              <a:rPr lang="en-US" altLang="zh-CN" sz="2000" b="1">
                <a:solidFill>
                  <a:schemeClr val="bg1"/>
                </a:solidFill>
              </a:rPr>
              <a:t>CAVE</a:t>
            </a:r>
            <a:r>
              <a:rPr lang="zh-CN" altLang="en-US" sz="2000" b="1">
                <a:solidFill>
                  <a:schemeClr val="bg1"/>
                </a:solidFill>
              </a:rPr>
              <a:t> </a:t>
            </a:r>
            <a:r>
              <a:rPr lang="en-US" altLang="zh-CN" sz="2000" b="1">
                <a:solidFill>
                  <a:schemeClr val="bg1"/>
                </a:solidFill>
              </a:rPr>
              <a:t>bicycle</a:t>
            </a:r>
            <a:r>
              <a:rPr lang="zh-CN" altLang="en-US" sz="2000" b="1">
                <a:solidFill>
                  <a:schemeClr val="bg1"/>
                </a:solidFill>
              </a:rPr>
              <a:t> </a:t>
            </a:r>
            <a:r>
              <a:rPr lang="en-US" altLang="zh-CN" sz="2000" b="1">
                <a:solidFill>
                  <a:schemeClr val="bg1"/>
                </a:solidFill>
              </a:rPr>
              <a:t>simulator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CA2F72-0E2D-E3A7-4CA0-23F8ED612476}"/>
              </a:ext>
            </a:extLst>
          </p:cNvPr>
          <p:cNvSpPr>
            <a:spLocks noGrp="1"/>
          </p:cNvSpPr>
          <p:nvPr/>
        </p:nvSpPr>
        <p:spPr>
          <a:xfrm>
            <a:off x="3082433" y="1913976"/>
            <a:ext cx="188310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0065BD"/>
                </a:solidFill>
              </a:defRPr>
            </a:pPr>
            <a:r>
              <a:rPr lang="en-US" altLang="zh-CN" b="1" dirty="0">
                <a:solidFill>
                  <a:schemeClr val="bg1"/>
                </a:solidFill>
              </a:rPr>
              <a:t>Safe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7C440-85D5-F259-6444-42F4044D1B09}"/>
              </a:ext>
            </a:extLst>
          </p:cNvPr>
          <p:cNvSpPr>
            <a:spLocks noGrp="1"/>
          </p:cNvSpPr>
          <p:nvPr/>
        </p:nvSpPr>
        <p:spPr>
          <a:xfrm>
            <a:off x="5170343" y="1847991"/>
            <a:ext cx="3588249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3212D"/>
                </a:solidFill>
              </a:defRPr>
            </a:pPr>
            <a:r>
              <a:rPr sz="1300" dirty="0">
                <a:solidFill>
                  <a:srgbClr val="13212D"/>
                </a:solidFill>
              </a:rPr>
              <a:t>Critical cyclist</a:t>
            </a:r>
            <a:r>
              <a:rPr lang="en-US" altLang="zh-CN" sz="1300" dirty="0">
                <a:solidFill>
                  <a:srgbClr val="13212D"/>
                </a:solidFill>
              </a:rPr>
              <a:t>-bus</a:t>
            </a:r>
            <a:r>
              <a:rPr lang="zh-CN" altLang="en-US" sz="1300" dirty="0">
                <a:solidFill>
                  <a:srgbClr val="13212D"/>
                </a:solidFill>
              </a:rPr>
              <a:t> </a:t>
            </a:r>
            <a:r>
              <a:rPr sz="1300" dirty="0">
                <a:solidFill>
                  <a:srgbClr val="13212D"/>
                </a:solidFill>
              </a:rPr>
              <a:t>encounters can be tested without exposing riders to real traffic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9BB760-5F0C-042B-0F59-B2046B543412}"/>
              </a:ext>
            </a:extLst>
          </p:cNvPr>
          <p:cNvSpPr>
            <a:spLocks noGrp="1"/>
          </p:cNvSpPr>
          <p:nvPr/>
        </p:nvSpPr>
        <p:spPr>
          <a:xfrm>
            <a:off x="5195956" y="2807581"/>
            <a:ext cx="3400425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3212D"/>
                </a:solidFill>
              </a:defRPr>
            </a:pPr>
            <a:r>
              <a:rPr sz="1300" dirty="0">
                <a:solidFill>
                  <a:srgbClr val="13212D"/>
                </a:solidFill>
              </a:rPr>
              <a:t>Every participant can experience the same </a:t>
            </a:r>
            <a:r>
              <a:rPr lang="de-DE" sz="1300" dirty="0" err="1">
                <a:solidFill>
                  <a:srgbClr val="13212D"/>
                </a:solidFill>
              </a:rPr>
              <a:t>scenarios</a:t>
            </a:r>
            <a:r>
              <a:rPr lang="de-DE" sz="1300" dirty="0">
                <a:solidFill>
                  <a:srgbClr val="13212D"/>
                </a:solidFill>
              </a:rPr>
              <a:t> and </a:t>
            </a:r>
            <a:r>
              <a:rPr lang="de-DE" sz="1300" dirty="0" err="1">
                <a:solidFill>
                  <a:srgbClr val="13212D"/>
                </a:solidFill>
              </a:rPr>
              <a:t>traffic</a:t>
            </a:r>
            <a:r>
              <a:rPr lang="de-DE" sz="1300" dirty="0">
                <a:solidFill>
                  <a:srgbClr val="13212D"/>
                </a:solidFill>
              </a:rPr>
              <a:t> </a:t>
            </a:r>
            <a:r>
              <a:rPr lang="de-DE" sz="1300" dirty="0" err="1">
                <a:solidFill>
                  <a:srgbClr val="13212D"/>
                </a:solidFill>
              </a:rPr>
              <a:t>conditions</a:t>
            </a:r>
            <a:endParaRPr sz="1300" dirty="0">
              <a:solidFill>
                <a:srgbClr val="13212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745A65-BBD7-D770-31D2-8D01E65DC426}"/>
              </a:ext>
            </a:extLst>
          </p:cNvPr>
          <p:cNvSpPr>
            <a:spLocks noGrp="1"/>
          </p:cNvSpPr>
          <p:nvPr/>
        </p:nvSpPr>
        <p:spPr>
          <a:xfrm>
            <a:off x="5206514" y="3745708"/>
            <a:ext cx="2527243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3212D"/>
                </a:solidFill>
              </a:defRPr>
            </a:pPr>
            <a:r>
              <a:rPr sz="1300" dirty="0">
                <a:solidFill>
                  <a:srgbClr val="13212D"/>
                </a:solidFill>
              </a:rPr>
              <a:t>Steering, position and speed are logged frame by fram</a:t>
            </a:r>
            <a:r>
              <a:rPr lang="en-US" altLang="zh-CN" sz="1300" dirty="0">
                <a:solidFill>
                  <a:srgbClr val="13212D"/>
                </a:solidFill>
              </a:rPr>
              <a:t>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8A924F-6F33-9AD9-BDC7-828E7D58B08A}"/>
              </a:ext>
            </a:extLst>
          </p:cNvPr>
          <p:cNvSpPr>
            <a:spLocks noGrp="1"/>
          </p:cNvSpPr>
          <p:nvPr/>
        </p:nvSpPr>
        <p:spPr>
          <a:xfrm>
            <a:off x="3082433" y="2852748"/>
            <a:ext cx="188310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0065BD"/>
                </a:solidFill>
              </a:defRPr>
            </a:pPr>
            <a:r>
              <a:rPr lang="en-US" altLang="zh-CN" b="1">
                <a:solidFill>
                  <a:schemeClr val="bg1"/>
                </a:solidFill>
              </a:rPr>
              <a:t>Repeatable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2F376-AC15-B339-D1CE-C69692586A47}"/>
              </a:ext>
            </a:extLst>
          </p:cNvPr>
          <p:cNvSpPr>
            <a:spLocks noGrp="1"/>
          </p:cNvSpPr>
          <p:nvPr/>
        </p:nvSpPr>
        <p:spPr>
          <a:xfrm>
            <a:off x="3082433" y="3788686"/>
            <a:ext cx="188310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0065BD"/>
                </a:solidFill>
              </a:defRPr>
            </a:pPr>
            <a:r>
              <a:rPr lang="en-US" altLang="zh-CN" b="1">
                <a:solidFill>
                  <a:schemeClr val="bg1"/>
                </a:solidFill>
              </a:rPr>
              <a:t>Measurable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E8C3F-7BF4-989B-5B13-F73086E97B51}"/>
              </a:ext>
            </a:extLst>
          </p:cNvPr>
          <p:cNvSpPr txBox="1"/>
          <p:nvPr/>
        </p:nvSpPr>
        <p:spPr>
          <a:xfrm>
            <a:off x="454254" y="947400"/>
            <a:ext cx="5154216" cy="225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>
                <a:solidFill>
                  <a:schemeClr val="bg1"/>
                </a:solidFill>
                <a:latin typeface="+mn-lt"/>
              </a:rPr>
              <a:t>Risky street interaction </a:t>
            </a:r>
            <a:r>
              <a:rPr lang="en-US" altLang="zh-CN" sz="1400">
                <a:solidFill>
                  <a:schemeClr val="bg1"/>
                </a:solidFill>
                <a:latin typeface="+mn-lt"/>
                <a:sym typeface="Wingdings" pitchFamily="2" charset="2"/>
              </a:rPr>
              <a:t></a:t>
            </a:r>
            <a:r>
              <a:rPr lang="zh-CN" altLang="en-US" sz="1400">
                <a:solidFill>
                  <a:schemeClr val="bg1"/>
                </a:solidFill>
                <a:latin typeface="+mn-lt"/>
                <a:sym typeface="Wingdings" pitchFamily="2" charset="2"/>
              </a:rPr>
              <a:t> </a:t>
            </a:r>
            <a:r>
              <a:rPr lang="en-US" sz="1400">
                <a:solidFill>
                  <a:schemeClr val="bg1"/>
                </a:solidFill>
                <a:latin typeface="+mn-lt"/>
              </a:rPr>
              <a:t>Controlled experiment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77D7E-29DD-DBFF-85FB-2FC64790CE4B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Background</a:t>
            </a:r>
            <a:r>
              <a: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·</a:t>
            </a:r>
            <a:r>
              <a: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CAVE</a:t>
            </a:r>
            <a:r>
              <a: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bicycle</a:t>
            </a:r>
            <a:r>
              <a: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simulator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5C755CA-7922-F41B-EAB9-89A0BFE8CAD2}"/>
              </a:ext>
            </a:extLst>
          </p:cNvPr>
          <p:cNvSpPr txBox="1">
            <a:spLocks/>
          </p:cNvSpPr>
          <p:nvPr/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56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A4751FA-3B6D-9D86-9D71-3F6E36E92B8B}"/>
              </a:ext>
            </a:extLst>
          </p:cNvPr>
          <p:cNvSpPr/>
          <p:nvPr/>
        </p:nvSpPr>
        <p:spPr>
          <a:xfrm>
            <a:off x="585128" y="1274206"/>
            <a:ext cx="3689405" cy="332732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1F26F7-27D4-2F39-BD19-3188717BA9DC}"/>
              </a:ext>
            </a:extLst>
          </p:cNvPr>
          <p:cNvSpPr txBox="1">
            <a:spLocks/>
          </p:cNvSpPr>
          <p:nvPr/>
        </p:nvSpPr>
        <p:spPr>
          <a:xfrm>
            <a:off x="317498" y="541974"/>
            <a:ext cx="8508999" cy="307777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sz="2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600"/>
              <a:t>Building on an</a:t>
            </a:r>
            <a:r>
              <a:rPr lang="zh-CN" altLang="en-US" sz="1600"/>
              <a:t> </a:t>
            </a:r>
            <a:r>
              <a:rPr lang="en-US" altLang="zh-CN" sz="1600"/>
              <a:t>earlier</a:t>
            </a:r>
            <a:r>
              <a:rPr lang="zh-CN" altLang="en-US" sz="1600"/>
              <a:t> </a:t>
            </a:r>
            <a:r>
              <a:rPr lang="en-US" sz="1600"/>
              <a:t>CAVE-simulator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B8DA0-9F79-CD8C-7A93-547E0E746FB9}"/>
              </a:ext>
            </a:extLst>
          </p:cNvPr>
          <p:cNvSpPr txBox="1"/>
          <p:nvPr/>
        </p:nvSpPr>
        <p:spPr>
          <a:xfrm>
            <a:off x="406546" y="231569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Background</a:t>
            </a:r>
            <a:endParaRPr lang="en-US" sz="5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62BBF-5789-E11E-4744-77834DA408D4}"/>
              </a:ext>
            </a:extLst>
          </p:cNvPr>
          <p:cNvSpPr txBox="1"/>
          <p:nvPr/>
        </p:nvSpPr>
        <p:spPr>
          <a:xfrm>
            <a:off x="767478" y="1359020"/>
            <a:ext cx="3102065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+mn-lt"/>
              </a:rPr>
              <a:t>Earlier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 study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D0BD85-6F34-0559-0F47-0854DD6FF1AC}"/>
              </a:ext>
            </a:extLst>
          </p:cNvPr>
          <p:cNvSpPr txBox="1"/>
          <p:nvPr/>
        </p:nvSpPr>
        <p:spPr>
          <a:xfrm>
            <a:off x="4714072" y="1225518"/>
            <a:ext cx="1733696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charset="0"/>
              </a:rPr>
              <a:t>Second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charset="0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charset="0"/>
              </a:rPr>
              <a:t>wave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7BE306-8640-1FD3-81FC-AF40636C8EAA}"/>
              </a:ext>
            </a:extLst>
          </p:cNvPr>
          <p:cNvSpPr txBox="1"/>
          <p:nvPr/>
        </p:nvSpPr>
        <p:spPr>
          <a:xfrm>
            <a:off x="5195959" y="2890034"/>
            <a:ext cx="2825843" cy="676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520"/>
              </a:lnSpc>
              <a:spcAft>
                <a:spcPts val="900"/>
              </a:spcAft>
            </a:pPr>
            <a:r>
              <a:rPr lang="en-US" altLang="zh-CN" sz="1100" b="1" dirty="0">
                <a:latin typeface="+mn-lt"/>
              </a:rPr>
              <a:t>RQ1:</a:t>
            </a:r>
            <a:r>
              <a:rPr lang="zh-CN" altLang="en-US" sz="1100" b="1" dirty="0">
                <a:latin typeface="+mn-lt"/>
              </a:rPr>
              <a:t> </a:t>
            </a:r>
            <a:r>
              <a:rPr lang="en-US" sz="1100" b="1" dirty="0"/>
              <a:t>Speed response</a:t>
            </a:r>
          </a:p>
          <a:p>
            <a:pPr marL="171450" lvl="0" indent="-171450">
              <a:lnSpc>
                <a:spcPts val="152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Speed reduction at HMI onset </a:t>
            </a:r>
          </a:p>
          <a:p>
            <a:pPr marL="171450" lvl="0" indent="-171450">
              <a:lnSpc>
                <a:spcPts val="152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Bus vs. Infrastructure HMI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B0460B-00CC-5D3D-5214-46328C4086C4}"/>
              </a:ext>
            </a:extLst>
          </p:cNvPr>
          <p:cNvSpPr txBox="1"/>
          <p:nvPr/>
        </p:nvSpPr>
        <p:spPr>
          <a:xfrm>
            <a:off x="767477" y="1995510"/>
            <a:ext cx="3324703" cy="9079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lang="en-US" sz="1100" b="1" dirty="0">
                <a:solidFill>
                  <a:schemeClr val="bg1"/>
                </a:solidFill>
                <a:latin typeface="+mn-lt"/>
              </a:rPr>
              <a:t>Zafar (2026):</a:t>
            </a:r>
            <a:r>
              <a:rPr lang="zh-CN" altLang="en-US" sz="1100" b="1" dirty="0">
                <a:solidFill>
                  <a:schemeClr val="bg1"/>
                </a:solidFill>
                <a:latin typeface="+mn-lt"/>
              </a:rPr>
              <a:t> </a:t>
            </a:r>
            <a:endParaRPr lang="en-US" altLang="zh-CN" sz="1100" b="1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41 participants recruited · 108 usable drives</a:t>
            </a:r>
            <a:endParaRPr lang="en-US" altLang="zh-CN" sz="1100" dirty="0">
              <a:solidFill>
                <a:schemeClr val="bg1"/>
              </a:solidFill>
              <a:latin typeface="+mn-lt"/>
            </a:endParaRP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Focused on perceived safety, HMI acceptance and visual attention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F817C-67E2-401A-9EDC-A9B3B40F558B}"/>
              </a:ext>
            </a:extLst>
          </p:cNvPr>
          <p:cNvSpPr txBox="1"/>
          <p:nvPr/>
        </p:nvSpPr>
        <p:spPr>
          <a:xfrm>
            <a:off x="5183221" y="1707251"/>
            <a:ext cx="3554233" cy="2427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+mn-lt"/>
              </a:rPr>
              <a:t>More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participants</a:t>
            </a:r>
            <a:endParaRPr lang="en-US" sz="1200" dirty="0">
              <a:latin typeface="+mn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5914FA-8A13-7C54-CE9E-0F19CF647DC9}"/>
              </a:ext>
            </a:extLst>
          </p:cNvPr>
          <p:cNvSpPr/>
          <p:nvPr/>
        </p:nvSpPr>
        <p:spPr>
          <a:xfrm>
            <a:off x="4689469" y="1671505"/>
            <a:ext cx="360000" cy="3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BABF0-BF6D-5898-F15A-B77CB38C20A1}"/>
              </a:ext>
            </a:extLst>
          </p:cNvPr>
          <p:cNvSpPr txBox="1"/>
          <p:nvPr/>
        </p:nvSpPr>
        <p:spPr>
          <a:xfrm>
            <a:off x="4761869" y="1503798"/>
            <a:ext cx="287600" cy="566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chemeClr val="bg1"/>
                </a:solidFill>
                <a:latin typeface="+mn-lt"/>
              </a:rPr>
              <a:t>+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62213F-D22C-A3E5-2D6A-46CF9C525380}"/>
              </a:ext>
            </a:extLst>
          </p:cNvPr>
          <p:cNvSpPr txBox="1"/>
          <p:nvPr/>
        </p:nvSpPr>
        <p:spPr>
          <a:xfrm>
            <a:off x="5195959" y="2182024"/>
            <a:ext cx="2185743" cy="2427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/>
              <a:t>I</a:t>
            </a:r>
            <a:r>
              <a:rPr lang="en-US" sz="1200" dirty="0"/>
              <a:t>ncomplete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old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data</a:t>
            </a:r>
            <a:endParaRPr lang="en-US" sz="1200" dirty="0">
              <a:latin typeface="+mn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36ED9F-7F60-D793-BFA1-355B071BE65A}"/>
              </a:ext>
            </a:extLst>
          </p:cNvPr>
          <p:cNvSpPr/>
          <p:nvPr/>
        </p:nvSpPr>
        <p:spPr>
          <a:xfrm>
            <a:off x="4689469" y="2142753"/>
            <a:ext cx="360000" cy="36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C85D39-9CA8-02BD-A670-2A8EC308D1EC}"/>
              </a:ext>
            </a:extLst>
          </p:cNvPr>
          <p:cNvSpPr txBox="1"/>
          <p:nvPr/>
        </p:nvSpPr>
        <p:spPr>
          <a:xfrm>
            <a:off x="4804343" y="1951803"/>
            <a:ext cx="421352" cy="4045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bg1"/>
                </a:solidFill>
                <a:latin typeface="+mn-lt"/>
              </a:rPr>
              <a:t>_</a:t>
            </a:r>
            <a:endParaRPr lang="en-US" sz="1200" b="1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3F4C35-D120-1609-EBE5-0F4BAA80BD22}"/>
              </a:ext>
            </a:extLst>
          </p:cNvPr>
          <p:cNvGrpSpPr/>
          <p:nvPr/>
        </p:nvGrpSpPr>
        <p:grpSpPr>
          <a:xfrm>
            <a:off x="4689469" y="2661863"/>
            <a:ext cx="360000" cy="566437"/>
            <a:chOff x="4689469" y="2661863"/>
            <a:chExt cx="360000" cy="566437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9972F8B-8C2D-E78A-525B-01FD26FF74ED}"/>
                </a:ext>
              </a:extLst>
            </p:cNvPr>
            <p:cNvSpPr/>
            <p:nvPr/>
          </p:nvSpPr>
          <p:spPr>
            <a:xfrm>
              <a:off x="4689469" y="2829570"/>
              <a:ext cx="360000" cy="36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DD0F81-1057-CA27-A425-D200097D945A}"/>
                </a:ext>
              </a:extLst>
            </p:cNvPr>
            <p:cNvSpPr txBox="1"/>
            <p:nvPr/>
          </p:nvSpPr>
          <p:spPr>
            <a:xfrm>
              <a:off x="4761869" y="2661863"/>
              <a:ext cx="287600" cy="566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800">
                  <a:solidFill>
                    <a:schemeClr val="bg1"/>
                  </a:solidFill>
                  <a:latin typeface="+mn-lt"/>
                </a:rPr>
                <a:t>+</a:t>
              </a:r>
              <a:endParaRPr lang="en-US" sz="160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9B3966-511F-9FB5-5B2C-0BF124A93A52}"/>
              </a:ext>
            </a:extLst>
          </p:cNvPr>
          <p:cNvGrpSpPr/>
          <p:nvPr/>
        </p:nvGrpSpPr>
        <p:grpSpPr>
          <a:xfrm>
            <a:off x="4683919" y="3493947"/>
            <a:ext cx="360000" cy="566437"/>
            <a:chOff x="4689469" y="2661863"/>
            <a:chExt cx="360000" cy="56643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ECBC92-FA6F-3C0C-577A-107602377D4F}"/>
                </a:ext>
              </a:extLst>
            </p:cNvPr>
            <p:cNvSpPr/>
            <p:nvPr/>
          </p:nvSpPr>
          <p:spPr>
            <a:xfrm>
              <a:off x="4689469" y="2829570"/>
              <a:ext cx="360000" cy="36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DB33498-7B26-90B0-78EB-79B7F513FF8B}"/>
                </a:ext>
              </a:extLst>
            </p:cNvPr>
            <p:cNvSpPr txBox="1"/>
            <p:nvPr/>
          </p:nvSpPr>
          <p:spPr>
            <a:xfrm>
              <a:off x="4761869" y="2661863"/>
              <a:ext cx="287600" cy="566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800">
                  <a:solidFill>
                    <a:schemeClr val="bg1"/>
                  </a:solidFill>
                  <a:latin typeface="+mn-lt"/>
                </a:rPr>
                <a:t>+</a:t>
              </a:r>
              <a:endParaRPr lang="en-US" sz="160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020596FA-EE4C-C13D-47CF-DD8B2806D57B}"/>
              </a:ext>
            </a:extLst>
          </p:cNvPr>
          <p:cNvSpPr txBox="1">
            <a:spLocks/>
          </p:cNvSpPr>
          <p:nvPr/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5F95B0-3CB6-2B28-B89F-076975F37BD8}"/>
              </a:ext>
            </a:extLst>
          </p:cNvPr>
          <p:cNvSpPr txBox="1"/>
          <p:nvPr/>
        </p:nvSpPr>
        <p:spPr>
          <a:xfrm>
            <a:off x="767477" y="3274319"/>
            <a:ext cx="3324703" cy="9458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520"/>
              </a:lnSpc>
            </a:pPr>
            <a:r>
              <a:rPr lang="en-US" sz="1100" b="1" dirty="0">
                <a:solidFill>
                  <a:schemeClr val="bg1"/>
                </a:solidFill>
              </a:rPr>
              <a:t>What remained open? </a:t>
            </a:r>
          </a:p>
          <a:p>
            <a:pPr>
              <a:lnSpc>
                <a:spcPts val="1520"/>
              </a:lnSpc>
            </a:pPr>
            <a:endParaRPr lang="en-US" sz="1100" b="1" dirty="0">
              <a:solidFill>
                <a:schemeClr val="bg1"/>
              </a:solidFill>
            </a:endParaRPr>
          </a:p>
          <a:p>
            <a:pPr marL="171450" lvl="0" indent="-171450">
              <a:lnSpc>
                <a:spcPts val="152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Speed reduction at HMI onset</a:t>
            </a:r>
          </a:p>
          <a:p>
            <a:pPr marL="171450" lvl="0" indent="-171450">
              <a:lnSpc>
                <a:spcPts val="152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Bus vs. Infrastructure HMI response</a:t>
            </a:r>
          </a:p>
          <a:p>
            <a:pPr marL="171450" lvl="0" indent="-171450">
              <a:lnSpc>
                <a:spcPts val="152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Steering changes vs. MISC ratings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102DD9-DCFD-848B-CA6C-8ECC4C89AEDE}"/>
              </a:ext>
            </a:extLst>
          </p:cNvPr>
          <p:cNvSpPr txBox="1"/>
          <p:nvPr/>
        </p:nvSpPr>
        <p:spPr>
          <a:xfrm>
            <a:off x="5195958" y="3747237"/>
            <a:ext cx="2825843" cy="477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520"/>
              </a:lnSpc>
              <a:spcAft>
                <a:spcPts val="900"/>
              </a:spcAft>
            </a:pPr>
            <a:r>
              <a:rPr lang="en-US" sz="1100" b="1"/>
              <a:t>RQ2: Steering and sickness</a:t>
            </a:r>
          </a:p>
          <a:p>
            <a:pPr marL="171450" lvl="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/>
              <a:t>Steering changes vs. MISC ratings</a:t>
            </a:r>
          </a:p>
        </p:txBody>
      </p:sp>
    </p:spTree>
    <p:extLst>
      <p:ext uri="{BB962C8B-B14F-4D97-AF65-F5344CB8AC3E}">
        <p14:creationId xmlns:p14="http://schemas.microsoft.com/office/powerpoint/2010/main" val="2978546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title">
            <a:extLst>
              <a:ext uri="{FF2B5EF4-FFF2-40B4-BE49-F238E27FC236}">
                <a16:creationId xmlns:a16="http://schemas.microsoft.com/office/drawing/2014/main" id="{CFA98C66-26C7-FF11-4D3F-7506A47F422F}"/>
              </a:ext>
            </a:extLst>
          </p:cNvPr>
          <p:cNvSpPr>
            <a:spLocks noGrp="1"/>
          </p:cNvSpPr>
          <p:nvPr/>
        </p:nvSpPr>
        <p:spPr>
          <a:xfrm>
            <a:off x="532736" y="2221380"/>
            <a:ext cx="2862471" cy="7007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US" sz="3200" b="1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8ED0A-4FEF-05E7-11A4-4F2B87ECCEDE}"/>
              </a:ext>
            </a:extLst>
          </p:cNvPr>
          <p:cNvSpPr txBox="1"/>
          <p:nvPr/>
        </p:nvSpPr>
        <p:spPr>
          <a:xfrm>
            <a:off x="5308579" y="2045294"/>
            <a:ext cx="45720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Study</a:t>
            </a:r>
            <a:r>
              <a:rPr lang="zh-CN" altLang="en-US" sz="1400">
                <a:solidFill>
                  <a:schemeClr val="bg1"/>
                </a:solidFill>
              </a:rPr>
              <a:t> </a:t>
            </a:r>
            <a:r>
              <a:rPr lang="en-US" altLang="zh-CN" sz="1400">
                <a:solidFill>
                  <a:schemeClr val="bg1"/>
                </a:solidFill>
              </a:rPr>
              <a:t>design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bg1"/>
                </a:solidFill>
              </a:rPr>
              <a:t>Data</a:t>
            </a:r>
            <a:r>
              <a:rPr lang="zh-CN" altLang="en-US" sz="1400">
                <a:solidFill>
                  <a:schemeClr val="bg1"/>
                </a:solidFill>
              </a:rPr>
              <a:t> </a:t>
            </a:r>
            <a:r>
              <a:rPr lang="en-US" altLang="zh-CN" sz="1400">
                <a:solidFill>
                  <a:schemeClr val="bg1"/>
                </a:solidFill>
              </a:rPr>
              <a:t>collection</a:t>
            </a:r>
          </a:p>
          <a:p>
            <a:pPr marL="257175" indent="-257175">
              <a:spcAft>
                <a:spcPts val="1000"/>
              </a:spcAft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</a:rPr>
              <a:t>RQ</a:t>
            </a:r>
            <a:r>
              <a:rPr lang="en-US" altLang="zh-CN" sz="1400">
                <a:solidFill>
                  <a:schemeClr val="bg1"/>
                </a:solidFill>
              </a:rPr>
              <a:t>1</a:t>
            </a:r>
          </a:p>
          <a:p>
            <a:pPr marL="257175" indent="-257175">
              <a:spcAft>
                <a:spcPts val="1000"/>
              </a:spcAft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</a:rPr>
              <a:t>RQ2</a:t>
            </a:r>
          </a:p>
        </p:txBody>
      </p:sp>
    </p:spTree>
    <p:extLst>
      <p:ext uri="{BB962C8B-B14F-4D97-AF65-F5344CB8AC3E}">
        <p14:creationId xmlns:p14="http://schemas.microsoft.com/office/powerpoint/2010/main" val="324955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5AA824-0C1C-10A7-DAF1-1B3C5A464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1F878-29FF-435E-D509-9193BE5727A4}"/>
              </a:ext>
            </a:extLst>
          </p:cNvPr>
          <p:cNvSpPr/>
          <p:nvPr/>
        </p:nvSpPr>
        <p:spPr>
          <a:xfrm>
            <a:off x="0" y="0"/>
            <a:ext cx="3495786" cy="51571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2" name="slide-3-title">
            <a:extLst>
              <a:ext uri="{FF2B5EF4-FFF2-40B4-BE49-F238E27FC236}">
                <a16:creationId xmlns:a16="http://schemas.microsoft.com/office/drawing/2014/main" id="{E29277C9-2C6E-804C-22F1-10204DE3DA48}"/>
              </a:ext>
            </a:extLst>
          </p:cNvPr>
          <p:cNvSpPr>
            <a:spLocks noGrp="1"/>
          </p:cNvSpPr>
          <p:nvPr/>
        </p:nvSpPr>
        <p:spPr>
          <a:xfrm>
            <a:off x="457201" y="535781"/>
            <a:ext cx="753665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3212D"/>
                </a:solidFill>
              </a:defRPr>
            </a:pPr>
            <a:endParaRPr b="1">
              <a:solidFill>
                <a:srgbClr val="13212D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C80183-3742-4B83-D86D-6C9B9E35BCF1}"/>
              </a:ext>
            </a:extLst>
          </p:cNvPr>
          <p:cNvSpPr txBox="1"/>
          <p:nvPr/>
        </p:nvSpPr>
        <p:spPr>
          <a:xfrm>
            <a:off x="361785" y="651766"/>
            <a:ext cx="3134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Simulator</a:t>
            </a:r>
            <a:r>
              <a:rPr lang="zh-CN" altLang="en-US" b="1" dirty="0">
                <a:solidFill>
                  <a:schemeClr val="bg1"/>
                </a:solidFill>
              </a:rPr>
              <a:t> </a:t>
            </a:r>
            <a:r>
              <a:rPr lang="en-US" altLang="zh-CN" b="1" dirty="0">
                <a:solidFill>
                  <a:schemeClr val="bg1"/>
                </a:solidFill>
              </a:rPr>
              <a:t>framework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56B13C90-393A-1FB3-5082-2C3B271E274F}"/>
              </a:ext>
            </a:extLst>
          </p:cNvPr>
          <p:cNvSpPr txBox="1">
            <a:spLocks/>
          </p:cNvSpPr>
          <p:nvPr/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50C38-9B15-9D3E-A194-CBB67BF7B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110" y="725408"/>
            <a:ext cx="4231702" cy="3692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1C63D4-0F03-F478-841B-B118357DCDC9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·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CAVE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bicycle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simulator</a:t>
            </a:r>
            <a:endParaRPr lang="en-US" sz="100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76A18-4A84-91B9-2969-7DFC8F1174D7}"/>
              </a:ext>
            </a:extLst>
          </p:cNvPr>
          <p:cNvSpPr txBox="1"/>
          <p:nvPr/>
        </p:nvSpPr>
        <p:spPr>
          <a:xfrm>
            <a:off x="454254" y="1466062"/>
            <a:ext cx="269477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Human-in-the-loop testing:</a:t>
            </a:r>
            <a:r>
              <a:rPr lang="en-US" sz="1200" dirty="0">
                <a:solidFill>
                  <a:schemeClr val="bg1"/>
                </a:solidFill>
              </a:rPr>
              <a:t> Participants interact with the virtual traffic through the bicycle simulator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61AB5-77CD-B800-4A27-FF2AA6AF2D71}"/>
              </a:ext>
            </a:extLst>
          </p:cNvPr>
          <p:cNvSpPr txBox="1"/>
          <p:nvPr/>
        </p:nvSpPr>
        <p:spPr>
          <a:xfrm>
            <a:off x="454254" y="2371299"/>
            <a:ext cx="269477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Multimodal data collection:</a:t>
            </a:r>
            <a:r>
              <a:rPr lang="en-US" sz="1200" dirty="0">
                <a:solidFill>
                  <a:schemeClr val="bg1"/>
                </a:solidFill>
              </a:rPr>
              <a:t> Simulator trajectories and questionnaire responses are recorded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E3F24-B253-EA96-30B3-6C3D9044EA45}"/>
              </a:ext>
            </a:extLst>
          </p:cNvPr>
          <p:cNvSpPr txBox="1"/>
          <p:nvPr/>
        </p:nvSpPr>
        <p:spPr>
          <a:xfrm>
            <a:off x="454254" y="3423331"/>
            <a:ext cx="228138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Integrated evaluation:</a:t>
            </a:r>
            <a:r>
              <a:rPr lang="en-US" sz="1200" dirty="0">
                <a:solidFill>
                  <a:schemeClr val="bg1"/>
                </a:solidFill>
              </a:rPr>
              <a:t> Simulation, simulator and subjective data are combined for analysis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963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2A1214A-BE8D-D9A4-51FE-4769CA9DB8CE}"/>
              </a:ext>
            </a:extLst>
          </p:cNvPr>
          <p:cNvSpPr/>
          <p:nvPr/>
        </p:nvSpPr>
        <p:spPr>
          <a:xfrm>
            <a:off x="532738" y="985585"/>
            <a:ext cx="2694774" cy="35410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-3-title">
            <a:extLst>
              <a:ext uri="{FF2B5EF4-FFF2-40B4-BE49-F238E27FC236}">
                <a16:creationId xmlns:a16="http://schemas.microsoft.com/office/drawing/2014/main" id="{CEC4404E-CC6B-427F-8E6D-1B8C856AE9C4}"/>
              </a:ext>
            </a:extLst>
          </p:cNvPr>
          <p:cNvSpPr>
            <a:spLocks noGrp="1"/>
          </p:cNvSpPr>
          <p:nvPr/>
        </p:nvSpPr>
        <p:spPr>
          <a:xfrm>
            <a:off x="457201" y="535781"/>
            <a:ext cx="753665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3212D"/>
                </a:solidFill>
              </a:defRPr>
            </a:pPr>
            <a:endParaRPr b="1">
              <a:solidFill>
                <a:srgbClr val="13212D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67846" y="1050131"/>
            <a:ext cx="5270706" cy="294931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528D09B-1749-B2F1-587D-EAB19CF8B8B2}"/>
              </a:ext>
            </a:extLst>
          </p:cNvPr>
          <p:cNvSpPr txBox="1"/>
          <p:nvPr/>
        </p:nvSpPr>
        <p:spPr>
          <a:xfrm>
            <a:off x="668579" y="2490410"/>
            <a:ext cx="240107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3 drives per cyclist</a:t>
            </a:r>
          </a:p>
          <a:p>
            <a:pPr marL="171450" lvl="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Three conditions: No HMI, Bus HMI and Infrastructure HMI</a:t>
            </a:r>
          </a:p>
          <a:p>
            <a:pPr marL="171450" lvl="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Six bus-stop scenarios per drive</a:t>
            </a:r>
          </a:p>
          <a:p>
            <a:pPr marL="171450" lvl="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HMI order and routes were randomized</a:t>
            </a:r>
          </a:p>
          <a:p>
            <a:pPr marL="171450" lvl="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Repeated measures enabled within-cyclist comparisons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7C3A12-CB71-F848-7E0A-2D5B6B09E37A}"/>
              </a:ext>
            </a:extLst>
          </p:cNvPr>
          <p:cNvSpPr txBox="1"/>
          <p:nvPr/>
        </p:nvSpPr>
        <p:spPr>
          <a:xfrm>
            <a:off x="457200" y="460182"/>
            <a:ext cx="8589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/>
              <a:t>Study</a:t>
            </a:r>
            <a:r>
              <a:rPr lang="zh-CN" altLang="en-US" b="1"/>
              <a:t> </a:t>
            </a:r>
            <a:r>
              <a:rPr lang="en-US" altLang="zh-CN" b="1"/>
              <a:t>design</a:t>
            </a:r>
            <a:r>
              <a:rPr lang="zh-CN" altLang="en-US" b="1"/>
              <a:t> </a:t>
            </a:r>
            <a:endParaRPr lang="en-US" altLang="zh-CN" b="1"/>
          </a:p>
          <a:p>
            <a:endParaRPr lang="en-US" b="1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C41291A5-D465-39D1-0476-F222C7E30801}"/>
              </a:ext>
            </a:extLst>
          </p:cNvPr>
          <p:cNvSpPr txBox="1">
            <a:spLocks/>
          </p:cNvSpPr>
          <p:nvPr/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30C7A-F1D8-B25C-89A2-220F1667FA59}"/>
              </a:ext>
            </a:extLst>
          </p:cNvPr>
          <p:cNvSpPr txBox="1"/>
          <p:nvPr/>
        </p:nvSpPr>
        <p:spPr>
          <a:xfrm>
            <a:off x="532737" y="205705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tx2"/>
                </a:solidFill>
                <a:latin typeface="+mn-lt"/>
              </a:rPr>
              <a:t>Methodology</a:t>
            </a:r>
            <a:r>
              <a:rPr lang="zh-CN" altLang="en-US" sz="1000">
                <a:solidFill>
                  <a:schemeClr val="tx2"/>
                </a:solidFill>
                <a:latin typeface="+mn-lt"/>
              </a:rPr>
              <a:t> </a:t>
            </a:r>
            <a:r>
              <a:rPr lang="en-US" sz="1000">
                <a:solidFill>
                  <a:schemeClr val="tx2"/>
                </a:solidFill>
              </a:rPr>
              <a:t>·</a:t>
            </a:r>
            <a:r>
              <a:rPr lang="zh-CN" altLang="en-US" sz="1000">
                <a:solidFill>
                  <a:schemeClr val="tx2"/>
                </a:solidFill>
              </a:rPr>
              <a:t> </a:t>
            </a:r>
            <a:r>
              <a:rPr lang="en-US" altLang="zh-CN" sz="1000">
                <a:solidFill>
                  <a:schemeClr val="tx2"/>
                </a:solidFill>
              </a:rPr>
              <a:t>Study</a:t>
            </a:r>
            <a:r>
              <a:rPr lang="zh-CN" altLang="en-US" sz="1000">
                <a:solidFill>
                  <a:schemeClr val="tx2"/>
                </a:solidFill>
              </a:rPr>
              <a:t> </a:t>
            </a:r>
            <a:r>
              <a:rPr lang="en-US" altLang="zh-CN" sz="1000">
                <a:solidFill>
                  <a:schemeClr val="tx2"/>
                </a:solidFill>
              </a:rPr>
              <a:t>design</a:t>
            </a:r>
            <a:endParaRPr lang="en-US" sz="100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DF82C4-1B16-360E-9BC5-F9C8B64F7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79" y="1671435"/>
            <a:ext cx="2401079" cy="7041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04A17A-3D65-5B9C-F644-785428B06522}"/>
              </a:ext>
            </a:extLst>
          </p:cNvPr>
          <p:cNvSpPr txBox="1"/>
          <p:nvPr/>
        </p:nvSpPr>
        <p:spPr>
          <a:xfrm>
            <a:off x="809777" y="1225270"/>
            <a:ext cx="3134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Within-subject design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259F3-7E1A-AD53-6125-2025048A82D4}"/>
              </a:ext>
            </a:extLst>
          </p:cNvPr>
          <p:cNvSpPr txBox="1"/>
          <p:nvPr/>
        </p:nvSpPr>
        <p:spPr>
          <a:xfrm>
            <a:off x="6242959" y="830611"/>
            <a:ext cx="2734949" cy="1976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200" dirty="0">
                <a:latin typeface="+mn-lt"/>
              </a:rPr>
              <a:t>⑤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Road-side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stop</a:t>
            </a:r>
            <a:endParaRPr lang="en-US" sz="12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A4E7F-DE05-06D4-5EF3-47E10B6539E6}"/>
              </a:ext>
            </a:extLst>
          </p:cNvPr>
          <p:cNvSpPr txBox="1"/>
          <p:nvPr/>
        </p:nvSpPr>
        <p:spPr>
          <a:xfrm>
            <a:off x="7471077" y="3606883"/>
            <a:ext cx="2734949" cy="1976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200" dirty="0">
                <a:latin typeface="+mn-lt"/>
              </a:rPr>
              <a:t>⑥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Protected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bike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lane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926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4E4D-F6BA-1142-3672-EAA818E0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82728A-DAB6-9FA6-8AEF-C90F804619C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084785" y="865561"/>
            <a:ext cx="817765" cy="817765"/>
          </a:xfrm>
          <a:prstGeom prst="rect">
            <a:avLst/>
          </a:prstGeom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42CED7-ABFF-5EE2-F340-3A7F598E811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073980" y="959765"/>
            <a:ext cx="814008" cy="8140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9F132D-3A9F-4CFA-212B-3A37283C183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4002761" y="842967"/>
            <a:ext cx="930806" cy="930806"/>
          </a:xfrm>
          <a:prstGeom prst="rect">
            <a:avLst/>
          </a:prstGeom>
        </p:spPr>
      </p:pic>
      <p:sp>
        <p:nvSpPr>
          <p:cNvPr id="2" name="slide-3-title">
            <a:extLst>
              <a:ext uri="{FF2B5EF4-FFF2-40B4-BE49-F238E27FC236}">
                <a16:creationId xmlns:a16="http://schemas.microsoft.com/office/drawing/2014/main" id="{041B9EE0-6E26-507B-ED02-2E519B8B27C8}"/>
              </a:ext>
            </a:extLst>
          </p:cNvPr>
          <p:cNvSpPr>
            <a:spLocks noGrp="1"/>
          </p:cNvSpPr>
          <p:nvPr/>
        </p:nvSpPr>
        <p:spPr>
          <a:xfrm>
            <a:off x="457201" y="535781"/>
            <a:ext cx="753665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3212D"/>
                </a:solidFill>
              </a:defRPr>
            </a:pPr>
            <a:endParaRPr b="1">
              <a:solidFill>
                <a:srgbClr val="13212D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BA9B16-DBAE-1D86-D90F-AE8CF1A90C0A}"/>
              </a:ext>
            </a:extLst>
          </p:cNvPr>
          <p:cNvSpPr txBox="1"/>
          <p:nvPr/>
        </p:nvSpPr>
        <p:spPr>
          <a:xfrm>
            <a:off x="367991" y="535781"/>
            <a:ext cx="4865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Data were collected from three sources </a:t>
            </a:r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2A7E8468-0B01-8714-A3DE-5E022A5CE833}"/>
              </a:ext>
            </a:extLst>
          </p:cNvPr>
          <p:cNvSpPr txBox="1">
            <a:spLocks/>
          </p:cNvSpPr>
          <p:nvPr/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19D782-37A3-FF47-EB85-0A5A6D477A8D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tx2"/>
                </a:solidFill>
                <a:latin typeface="+mn-lt"/>
              </a:rPr>
              <a:t>Methodology</a:t>
            </a:r>
            <a:r>
              <a:rPr lang="en-US" sz="1000">
                <a:solidFill>
                  <a:schemeClr val="tx2"/>
                </a:solidFill>
              </a:rPr>
              <a:t> ·</a:t>
            </a:r>
            <a:r>
              <a:rPr lang="zh-CN" altLang="en-US" sz="1000">
                <a:solidFill>
                  <a:schemeClr val="tx2"/>
                </a:solidFill>
              </a:rPr>
              <a:t> </a:t>
            </a:r>
            <a:r>
              <a:rPr lang="en-US" altLang="zh-CN" sz="1000">
                <a:solidFill>
                  <a:schemeClr val="tx2"/>
                </a:solidFill>
              </a:rPr>
              <a:t>Data</a:t>
            </a:r>
            <a:r>
              <a:rPr lang="zh-CN" altLang="en-US" sz="1000">
                <a:solidFill>
                  <a:schemeClr val="tx2"/>
                </a:solidFill>
              </a:rPr>
              <a:t> </a:t>
            </a:r>
            <a:r>
              <a:rPr lang="en-US" altLang="zh-CN" sz="1000">
                <a:solidFill>
                  <a:schemeClr val="tx2"/>
                </a:solidFill>
              </a:rPr>
              <a:t>collection</a:t>
            </a:r>
            <a:endParaRPr lang="en-US" sz="10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A50B3-529B-2C9D-77B7-1CE6398AA263}"/>
              </a:ext>
            </a:extLst>
          </p:cNvPr>
          <p:cNvSpPr/>
          <p:nvPr/>
        </p:nvSpPr>
        <p:spPr>
          <a:xfrm>
            <a:off x="369057" y="1497753"/>
            <a:ext cx="2497102" cy="323294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F6552-CF5C-FFA9-A3A6-F55909B0959C}"/>
              </a:ext>
            </a:extLst>
          </p:cNvPr>
          <p:cNvSpPr/>
          <p:nvPr/>
        </p:nvSpPr>
        <p:spPr>
          <a:xfrm>
            <a:off x="3262356" y="1497752"/>
            <a:ext cx="2778179" cy="323294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DE6DB-F95C-55A8-4119-0C6957969712}"/>
              </a:ext>
            </a:extLst>
          </p:cNvPr>
          <p:cNvSpPr/>
          <p:nvPr/>
        </p:nvSpPr>
        <p:spPr>
          <a:xfrm>
            <a:off x="6371036" y="1497752"/>
            <a:ext cx="2403907" cy="323294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2E4CB-CC1C-6345-78DD-F5916176A70F}"/>
              </a:ext>
            </a:extLst>
          </p:cNvPr>
          <p:cNvSpPr txBox="1"/>
          <p:nvPr/>
        </p:nvSpPr>
        <p:spPr>
          <a:xfrm>
            <a:off x="6549276" y="1543591"/>
            <a:ext cx="1028490" cy="60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b="1">
                <a:solidFill>
                  <a:schemeClr val="bg1">
                    <a:lumMod val="65000"/>
                  </a:schemeClr>
                </a:solidFill>
                <a:latin typeface="+mn-lt"/>
              </a:rPr>
              <a:t>Camera</a:t>
            </a:r>
          </a:p>
          <a:p>
            <a:pPr>
              <a:lnSpc>
                <a:spcPct val="114000"/>
              </a:lnSpc>
            </a:pPr>
            <a:r>
              <a:rPr lang="en-US" b="1">
                <a:solidFill>
                  <a:schemeClr val="bg1"/>
                </a:solidFill>
                <a:latin typeface="+mn-lt"/>
              </a:rPr>
              <a:t>Video</a:t>
            </a:r>
            <a:r>
              <a:rPr lang="en-US" altLang="zh-CN" b="1">
                <a:solidFill>
                  <a:schemeClr val="bg1"/>
                </a:solidFill>
                <a:latin typeface="+mn-lt"/>
              </a:rPr>
              <a:t>s</a:t>
            </a:r>
            <a:endParaRPr lang="en-US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B822F1-A90E-1F62-A361-ACB8CECF34F5}"/>
              </a:ext>
            </a:extLst>
          </p:cNvPr>
          <p:cNvSpPr txBox="1"/>
          <p:nvPr/>
        </p:nvSpPr>
        <p:spPr>
          <a:xfrm>
            <a:off x="3418963" y="1558678"/>
            <a:ext cx="2368814" cy="672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>
                <a:solidFill>
                  <a:schemeClr val="bg1">
                    <a:lumMod val="65000"/>
                  </a:schemeClr>
                </a:solidFill>
                <a:latin typeface="+mn-lt"/>
              </a:rPr>
              <a:t>Simulator</a:t>
            </a:r>
          </a:p>
          <a:p>
            <a:pPr>
              <a:lnSpc>
                <a:spcPct val="114000"/>
              </a:lnSpc>
            </a:pPr>
            <a:r>
              <a:rPr lang="en-US" altLang="zh-CN" sz="2000" b="1">
                <a:solidFill>
                  <a:schemeClr val="bg1"/>
                </a:solidFill>
                <a:latin typeface="+mn-lt"/>
              </a:rPr>
              <a:t>Cyclists’</a:t>
            </a:r>
            <a:r>
              <a:rPr lang="zh-CN" altLang="en-US" sz="2000" b="1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+mn-lt"/>
              </a:rPr>
              <a:t>trajectory</a:t>
            </a:r>
            <a:endParaRPr lang="en-US" sz="2000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D52A9-FB40-D1CC-7CF8-83D1D0FF8827}"/>
              </a:ext>
            </a:extLst>
          </p:cNvPr>
          <p:cNvSpPr txBox="1"/>
          <p:nvPr/>
        </p:nvSpPr>
        <p:spPr>
          <a:xfrm>
            <a:off x="591311" y="1569480"/>
            <a:ext cx="2148573" cy="920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b="1">
                <a:solidFill>
                  <a:schemeClr val="bg1">
                    <a:lumMod val="65000"/>
                  </a:schemeClr>
                </a:solidFill>
                <a:latin typeface="+mn-lt"/>
              </a:rPr>
              <a:t>Questionnaire</a:t>
            </a:r>
          </a:p>
          <a:p>
            <a:pPr>
              <a:lnSpc>
                <a:spcPct val="114000"/>
              </a:lnSpc>
            </a:pPr>
            <a:r>
              <a:rPr lang="en-US" b="1">
                <a:solidFill>
                  <a:schemeClr val="bg1"/>
                </a:solidFill>
                <a:latin typeface="+mn-lt"/>
              </a:rPr>
              <a:t>Self-reported simulator sickness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2A0D1-63C2-E310-AF78-A3EB5F3638B5}"/>
              </a:ext>
            </a:extLst>
          </p:cNvPr>
          <p:cNvSpPr txBox="1"/>
          <p:nvPr/>
        </p:nvSpPr>
        <p:spPr>
          <a:xfrm>
            <a:off x="591311" y="2707820"/>
            <a:ext cx="2178933" cy="18755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n-lt"/>
              </a:rPr>
              <a:t>Misery Scale (MISC), an 11-point scale from 0 (“nothing”) to 10 (“vomiting”)</a:t>
            </a:r>
          </a:p>
          <a:p>
            <a:pPr>
              <a:lnSpc>
                <a:spcPct val="114000"/>
              </a:lnSpc>
            </a:pPr>
            <a:endParaRPr lang="en-US" altLang="zh-CN" sz="1300" dirty="0">
              <a:solidFill>
                <a:schemeClr val="tx2">
                  <a:lumMod val="20000"/>
                  <a:lumOff val="80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C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ollected before the first drive and again after every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82BDA7-87BA-819D-2841-DFB31B693225}"/>
              </a:ext>
            </a:extLst>
          </p:cNvPr>
          <p:cNvSpPr txBox="1"/>
          <p:nvPr/>
        </p:nvSpPr>
        <p:spPr>
          <a:xfrm>
            <a:off x="3418963" y="2720961"/>
            <a:ext cx="1814755" cy="16313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n-lt"/>
              </a:rPr>
              <a:t>Position</a:t>
            </a:r>
            <a:r>
              <a:rPr lang="zh-CN" altLang="en-US" sz="14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+mn-lt"/>
              </a:rPr>
              <a:t>(bike,</a:t>
            </a:r>
            <a:r>
              <a:rPr lang="zh-CN" altLang="en-US" sz="14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+mn-lt"/>
              </a:rPr>
              <a:t>bus)</a:t>
            </a:r>
            <a:endParaRPr lang="en-US" sz="14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n-lt"/>
              </a:rPr>
              <a:t>Speed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+mn-lt"/>
              </a:rPr>
              <a:t>S</a:t>
            </a:r>
            <a:r>
              <a:rPr lang="en-US" sz="1400" dirty="0">
                <a:solidFill>
                  <a:schemeClr val="bg1"/>
                </a:solidFill>
                <a:latin typeface="+mn-lt"/>
              </a:rPr>
              <a:t>teering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+mn-lt"/>
              </a:rPr>
              <a:t>HMI</a:t>
            </a:r>
            <a:r>
              <a:rPr lang="zh-CN" altLang="en-US" sz="14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+mn-lt"/>
              </a:rPr>
              <a:t>status</a:t>
            </a:r>
            <a:r>
              <a:rPr lang="en-US" sz="14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L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ogged automatically throughout each drive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00EF19-0CC9-C28C-DA95-411C323EA2F5}"/>
              </a:ext>
            </a:extLst>
          </p:cNvPr>
          <p:cNvSpPr txBox="1"/>
          <p:nvPr/>
        </p:nvSpPr>
        <p:spPr>
          <a:xfrm>
            <a:off x="6549276" y="2669457"/>
            <a:ext cx="1733555" cy="1805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chemeClr val="bg1"/>
                </a:solidFill>
                <a:latin typeface="+mn-lt"/>
              </a:rPr>
              <a:t>MP4</a:t>
            </a:r>
            <a:r>
              <a:rPr lang="zh-CN" altLang="en-US" sz="13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300" dirty="0">
                <a:solidFill>
                  <a:schemeClr val="bg1"/>
                </a:solidFill>
                <a:latin typeface="+mn-lt"/>
              </a:rPr>
              <a:t>video</a:t>
            </a:r>
            <a:r>
              <a:rPr lang="zh-CN" altLang="en-US" sz="13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300" dirty="0">
                <a:solidFill>
                  <a:schemeClr val="bg1"/>
                </a:solidFill>
                <a:latin typeface="+mn-lt"/>
              </a:rPr>
              <a:t>clips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altLang="zh-CN" sz="1300" dirty="0">
              <a:solidFill>
                <a:schemeClr val="tx2">
                  <a:lumMod val="20000"/>
                  <a:lumOff val="80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R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ecorded</a:t>
            </a:r>
            <a:r>
              <a:rPr lang="zh-CN" alt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altLang="zh-CN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for gesture</a:t>
            </a:r>
          </a:p>
          <a:p>
            <a:pPr>
              <a:lnSpc>
                <a:spcPct val="114000"/>
              </a:lnSpc>
            </a:pPr>
            <a:r>
              <a:rPr lang="en-US" altLang="zh-CN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analysis</a:t>
            </a:r>
          </a:p>
          <a:p>
            <a:pPr>
              <a:lnSpc>
                <a:spcPct val="114000"/>
              </a:lnSpc>
            </a:pPr>
            <a:r>
              <a:rPr lang="zh-CN" alt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*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excluded from this </a:t>
            </a:r>
            <a:r>
              <a:rPr lang="en-US" altLang="zh-CN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study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</a:rPr>
              <a:t> — processing the large files was beyond the project’s scope</a:t>
            </a:r>
          </a:p>
        </p:txBody>
      </p:sp>
    </p:spTree>
    <p:extLst>
      <p:ext uri="{BB962C8B-B14F-4D97-AF65-F5344CB8AC3E}">
        <p14:creationId xmlns:p14="http://schemas.microsoft.com/office/powerpoint/2010/main" val="472479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578A91-6F3F-D823-0ED1-36100D3EADC5}"/>
              </a:ext>
            </a:extLst>
          </p:cNvPr>
          <p:cNvSpPr/>
          <p:nvPr/>
        </p:nvSpPr>
        <p:spPr>
          <a:xfrm>
            <a:off x="5076065" y="1637080"/>
            <a:ext cx="3659857" cy="29152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95A4C-43FA-F3D3-0E10-93C9F0D0FD61}"/>
              </a:ext>
            </a:extLst>
          </p:cNvPr>
          <p:cNvSpPr/>
          <p:nvPr/>
        </p:nvSpPr>
        <p:spPr>
          <a:xfrm>
            <a:off x="408078" y="1643234"/>
            <a:ext cx="4367961" cy="2915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5EC99-FA6A-98B2-F68A-F0C0922CCE14}"/>
              </a:ext>
            </a:extLst>
          </p:cNvPr>
          <p:cNvSpPr txBox="1"/>
          <p:nvPr/>
        </p:nvSpPr>
        <p:spPr>
          <a:xfrm>
            <a:off x="5109381" y="1221737"/>
            <a:ext cx="3763167" cy="4501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Infra</a:t>
            </a:r>
            <a:r>
              <a:rPr lang="zh-CN" altLang="en-US" sz="2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HMI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A836B-2A9A-EF3A-DC75-8426C5BAD1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>
                <a:solidFill>
                  <a:schemeClr val="bg1"/>
                </a:solidFill>
              </a:rPr>
              <a:pPr/>
              <a:t>10</a:t>
            </a:fld>
            <a:endParaRPr lang="de-DE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B2FE10-C430-CCA5-5CB6-74703D8985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918"/>
          <a:stretch>
            <a:fillRect/>
          </a:stretch>
        </p:blipFill>
        <p:spPr>
          <a:xfrm>
            <a:off x="417179" y="1817098"/>
            <a:ext cx="4282649" cy="15940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4C79C1-69D5-4990-E46F-F1FA5E945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87064" y="1716975"/>
            <a:ext cx="3081537" cy="22264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B744290-2142-F500-6E56-E44D608D06DF}"/>
              </a:ext>
            </a:extLst>
          </p:cNvPr>
          <p:cNvSpPr txBox="1"/>
          <p:nvPr/>
        </p:nvSpPr>
        <p:spPr>
          <a:xfrm>
            <a:off x="571478" y="3997710"/>
            <a:ext cx="3445085" cy="4370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300" b="1" dirty="0">
                <a:solidFill>
                  <a:schemeClr val="tx2"/>
                </a:solidFill>
                <a:latin typeface="+mn-lt"/>
              </a:rPr>
              <a:t>A STOP warning appears on the rear of the automat</a:t>
            </a:r>
            <a:r>
              <a:rPr lang="en-US" altLang="zh-CN" sz="1300" b="1" dirty="0">
                <a:solidFill>
                  <a:schemeClr val="tx2"/>
                </a:solidFill>
                <a:latin typeface="+mn-lt"/>
              </a:rPr>
              <a:t>ed</a:t>
            </a:r>
            <a:r>
              <a:rPr lang="zh-CN" altLang="en-US" sz="13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1300" b="1" dirty="0">
                <a:solidFill>
                  <a:schemeClr val="tx2"/>
                </a:solidFill>
                <a:latin typeface="+mn-lt"/>
              </a:rPr>
              <a:t>moving shuttle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65AFAE-7F06-1F6C-B2D8-C62B3D7CBD19}"/>
              </a:ext>
            </a:extLst>
          </p:cNvPr>
          <p:cNvSpPr txBox="1"/>
          <p:nvPr/>
        </p:nvSpPr>
        <p:spPr>
          <a:xfrm>
            <a:off x="5330551" y="3997710"/>
            <a:ext cx="3496457" cy="4370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300" b="1" dirty="0">
                <a:solidFill>
                  <a:schemeClr val="tx2"/>
                </a:solidFill>
                <a:latin typeface="+mn-lt"/>
              </a:rPr>
              <a:t>A roadside signal warns the cyclist independently of the bus display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AC6827-8065-9495-0066-7B10592491FC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·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RQ1</a:t>
            </a:r>
            <a:endParaRPr lang="en-US" sz="100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F2CD7-2952-20E1-6E04-E59E1A72F167}"/>
              </a:ext>
            </a:extLst>
          </p:cNvPr>
          <p:cNvSpPr txBox="1"/>
          <p:nvPr/>
        </p:nvSpPr>
        <p:spPr>
          <a:xfrm>
            <a:off x="467502" y="1229294"/>
            <a:ext cx="3061270" cy="4501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Bus</a:t>
            </a:r>
            <a:r>
              <a:rPr lang="zh-CN" altLang="en-US" sz="2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HMI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B8C56-B8D6-9B26-7F93-A79558BBA705}"/>
              </a:ext>
            </a:extLst>
          </p:cNvPr>
          <p:cNvSpPr txBox="1"/>
          <p:nvPr/>
        </p:nvSpPr>
        <p:spPr>
          <a:xfrm>
            <a:off x="454254" y="584984"/>
            <a:ext cx="6513323" cy="470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b="1" dirty="0">
                <a:solidFill>
                  <a:schemeClr val="bg1"/>
                </a:solidFill>
                <a:latin typeface="+mn-lt"/>
              </a:rPr>
              <a:t>What differences in cyclists’ speed are observed across different HMI types</a:t>
            </a:r>
            <a:r>
              <a:rPr lang="zh-CN" altLang="en-US" sz="1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+mn-lt"/>
              </a:rPr>
              <a:t>(</a:t>
            </a:r>
            <a:r>
              <a:rPr lang="en-US" sz="1400" b="1" dirty="0">
                <a:solidFill>
                  <a:schemeClr val="bg1"/>
                </a:solidFill>
                <a:latin typeface="+mn-lt"/>
              </a:rPr>
              <a:t>Bus-HMI and Infrastructure-HMI</a:t>
            </a:r>
            <a:r>
              <a:rPr lang="en-US" altLang="zh-CN" sz="1400" b="1" dirty="0">
                <a:solidFill>
                  <a:schemeClr val="bg1"/>
                </a:solidFill>
                <a:latin typeface="+mn-lt"/>
              </a:rPr>
              <a:t>)</a:t>
            </a:r>
            <a:r>
              <a:rPr lang="en-US" sz="1400" b="1" dirty="0">
                <a:solidFill>
                  <a:schemeClr val="bg1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57565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45041-19C6-23AE-0F46-609D6F66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BE54902-7FEF-9ADA-D640-2F1AB7DE8CA5}"/>
              </a:ext>
            </a:extLst>
          </p:cNvPr>
          <p:cNvSpPr/>
          <p:nvPr/>
        </p:nvSpPr>
        <p:spPr>
          <a:xfrm>
            <a:off x="284941" y="1048051"/>
            <a:ext cx="4070836" cy="3682976"/>
          </a:xfrm>
          <a:prstGeom prst="roundRect">
            <a:avLst>
              <a:gd name="adj" fmla="val 78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A9DA8-BBE6-F199-1190-1A5B17627E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>
                <a:solidFill>
                  <a:schemeClr val="bg1"/>
                </a:solidFill>
              </a:rPr>
              <a:pPr/>
              <a:t>11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93ED92-BDD7-28D1-F7D1-9B89B0DD6D3E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·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RQ1</a:t>
            </a:r>
            <a:endParaRPr lang="en-US" sz="100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5F60078-6C14-508A-E68C-35954CDEE2BC}"/>
              </a:ext>
            </a:extLst>
          </p:cNvPr>
          <p:cNvSpPr>
            <a:spLocks noGrp="1"/>
          </p:cNvSpPr>
          <p:nvPr/>
        </p:nvSpPr>
        <p:spPr>
          <a:xfrm>
            <a:off x="403269" y="3456840"/>
            <a:ext cx="1592188" cy="567172"/>
          </a:xfrm>
          <a:prstGeom prst="roundRect">
            <a:avLst>
              <a:gd name="adj" fmla="val 24946"/>
            </a:avLst>
          </a:prstGeom>
          <a:solidFill>
            <a:srgbClr val="92D050">
              <a:alpha val="3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2DB5F0B-1107-3283-5111-13C06304757E}"/>
              </a:ext>
            </a:extLst>
          </p:cNvPr>
          <p:cNvSpPr>
            <a:spLocks noGrp="1"/>
          </p:cNvSpPr>
          <p:nvPr/>
        </p:nvSpPr>
        <p:spPr>
          <a:xfrm>
            <a:off x="2074396" y="3456840"/>
            <a:ext cx="2124700" cy="591716"/>
          </a:xfrm>
          <a:prstGeom prst="roundRect">
            <a:avLst>
              <a:gd name="adj" fmla="val 22696"/>
            </a:avLst>
          </a:prstGeom>
          <a:solidFill>
            <a:schemeClr val="accent5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B9F55-065B-DE14-DE02-FA393B15727A}"/>
              </a:ext>
            </a:extLst>
          </p:cNvPr>
          <p:cNvSpPr txBox="1"/>
          <p:nvPr/>
        </p:nvSpPr>
        <p:spPr>
          <a:xfrm>
            <a:off x="447658" y="550107"/>
            <a:ext cx="3751438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>
                <a:solidFill>
                  <a:schemeClr val="bg1"/>
                </a:solidFill>
                <a:latin typeface="+mn-lt"/>
              </a:rPr>
              <a:t>Definition</a:t>
            </a:r>
            <a:r>
              <a:rPr lang="zh-CN" altLang="en-US" sz="16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+mn-lt"/>
              </a:rPr>
              <a:t>and</a:t>
            </a:r>
            <a:r>
              <a:rPr lang="zh-CN" altLang="en-US" sz="16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+mn-lt"/>
              </a:rPr>
              <a:t>selection</a:t>
            </a:r>
            <a:r>
              <a:rPr lang="zh-CN" altLang="en-US" sz="16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+mn-lt"/>
              </a:rPr>
              <a:t>of</a:t>
            </a:r>
            <a:r>
              <a:rPr lang="zh-CN" altLang="en-US" sz="16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+mn-lt"/>
              </a:rPr>
              <a:t>HMI</a:t>
            </a:r>
            <a:r>
              <a:rPr lang="zh-CN" altLang="en-US" sz="16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+mn-lt"/>
              </a:rPr>
              <a:t>events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F0D23-5B6D-BC34-B12D-32FE31F5F447}"/>
              </a:ext>
            </a:extLst>
          </p:cNvPr>
          <p:cNvSpPr txBox="1"/>
          <p:nvPr/>
        </p:nvSpPr>
        <p:spPr>
          <a:xfrm>
            <a:off x="520745" y="3560427"/>
            <a:ext cx="1634425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00" err="1">
                <a:latin typeface="+mn-lt"/>
              </a:rPr>
              <a:t>BusHMIState</a:t>
            </a:r>
            <a:r>
              <a:rPr lang="en-US" sz="1100">
                <a:latin typeface="+mn-lt"/>
              </a:rPr>
              <a:t> changes</a:t>
            </a:r>
          </a:p>
          <a:p>
            <a:pPr>
              <a:lnSpc>
                <a:spcPct val="114000"/>
              </a:lnSpc>
            </a:pPr>
            <a:r>
              <a:rPr lang="en-US" sz="1100">
                <a:latin typeface="+mn-lt"/>
              </a:rPr>
              <a:t>from inactive →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BF4D3D-2254-08CC-97F7-1F72B94F9C8A}"/>
              </a:ext>
            </a:extLst>
          </p:cNvPr>
          <p:cNvSpPr txBox="1"/>
          <p:nvPr/>
        </p:nvSpPr>
        <p:spPr>
          <a:xfrm>
            <a:off x="2266211" y="3562083"/>
            <a:ext cx="2162754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00">
                <a:latin typeface="+mn-lt"/>
              </a:rPr>
              <a:t>First active signal after</a:t>
            </a:r>
          </a:p>
          <a:p>
            <a:pPr>
              <a:lnSpc>
                <a:spcPct val="114000"/>
              </a:lnSpc>
            </a:pPr>
            <a:r>
              <a:rPr lang="en-US" sz="1100">
                <a:latin typeface="+mn-lt"/>
              </a:rPr>
              <a:t>the channel changes from −1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AD5B5B0-D9AB-E68C-9A9E-5514ABCF3B61}"/>
              </a:ext>
            </a:extLst>
          </p:cNvPr>
          <p:cNvSpPr>
            <a:spLocks noGrp="1"/>
          </p:cNvSpPr>
          <p:nvPr/>
        </p:nvSpPr>
        <p:spPr>
          <a:xfrm>
            <a:off x="4788224" y="1116536"/>
            <a:ext cx="4223942" cy="585788"/>
          </a:xfrm>
          <a:prstGeom prst="roundRect">
            <a:avLst>
              <a:gd name="adj" fmla="val 46073"/>
            </a:avLst>
          </a:prstGeom>
          <a:solidFill>
            <a:schemeClr val="bg2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B04E7FA-5C1D-8A13-1971-532110A3175D}"/>
              </a:ext>
            </a:extLst>
          </p:cNvPr>
          <p:cNvSpPr>
            <a:spLocks noGrp="1"/>
          </p:cNvSpPr>
          <p:nvPr/>
        </p:nvSpPr>
        <p:spPr>
          <a:xfrm>
            <a:off x="5032589" y="2029806"/>
            <a:ext cx="3772843" cy="529767"/>
          </a:xfrm>
          <a:prstGeom prst="roundRect">
            <a:avLst>
              <a:gd name="adj" fmla="val 47008"/>
            </a:avLst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4D7E73-26F3-6B46-0CD5-52824E0F45A6}"/>
              </a:ext>
            </a:extLst>
          </p:cNvPr>
          <p:cNvSpPr>
            <a:spLocks noGrp="1"/>
          </p:cNvSpPr>
          <p:nvPr/>
        </p:nvSpPr>
        <p:spPr>
          <a:xfrm>
            <a:off x="5958492" y="2109517"/>
            <a:ext cx="2928938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1B2E"/>
                </a:solidFill>
              </a:defRPr>
            </a:pPr>
            <a:endParaRPr sz="1069" b="1">
              <a:solidFill>
                <a:schemeClr val="bg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08DA518-DE14-4E7C-F658-A15D16026B29}"/>
              </a:ext>
            </a:extLst>
          </p:cNvPr>
          <p:cNvSpPr>
            <a:spLocks noGrp="1"/>
          </p:cNvSpPr>
          <p:nvPr/>
        </p:nvSpPr>
        <p:spPr>
          <a:xfrm>
            <a:off x="5683121" y="2854019"/>
            <a:ext cx="2434147" cy="810114"/>
          </a:xfrm>
          <a:prstGeom prst="roundRect">
            <a:avLst>
              <a:gd name="adj" fmla="val 28891"/>
            </a:avLst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44497D-CEE2-2200-0752-F0CCA1D5C22B}"/>
              </a:ext>
            </a:extLst>
          </p:cNvPr>
          <p:cNvSpPr>
            <a:spLocks noGrp="1"/>
          </p:cNvSpPr>
          <p:nvPr/>
        </p:nvSpPr>
        <p:spPr>
          <a:xfrm>
            <a:off x="4788224" y="3833428"/>
            <a:ext cx="1571625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65BD"/>
                </a:solidFill>
              </a:defRPr>
            </a:pPr>
            <a:r>
              <a:rPr sz="1013" b="1">
                <a:solidFill>
                  <a:schemeClr val="bg1"/>
                </a:solidFill>
              </a:rPr>
              <a:t>Selection criteria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D2E620-3613-2F7A-ACA3-94B6CE5FF0AD}"/>
              </a:ext>
            </a:extLst>
          </p:cNvPr>
          <p:cNvSpPr>
            <a:spLocks noGrp="1"/>
          </p:cNvSpPr>
          <p:nvPr/>
        </p:nvSpPr>
        <p:spPr>
          <a:xfrm>
            <a:off x="5958492" y="3851424"/>
            <a:ext cx="3019262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3212D"/>
                </a:solidFill>
              </a:defRPr>
            </a:pPr>
            <a:r>
              <a:rPr sz="900">
                <a:solidFill>
                  <a:schemeClr val="bg1"/>
                </a:solidFill>
              </a:rPr>
              <a:t>• Stops 5 and 6, where both HMI types were available</a:t>
            </a:r>
          </a:p>
          <a:p>
            <a:pPr algn="l">
              <a:defRPr sz="1200" b="0">
                <a:solidFill>
                  <a:srgbClr val="13212D"/>
                </a:solidFill>
              </a:defRPr>
            </a:pPr>
            <a:r>
              <a:rPr sz="900">
                <a:solidFill>
                  <a:schemeClr val="bg1"/>
                </a:solidFill>
              </a:rPr>
              <a:t>• Complete ±3 s windows</a:t>
            </a:r>
          </a:p>
          <a:p>
            <a:pPr algn="l">
              <a:defRPr sz="1200" b="0">
                <a:solidFill>
                  <a:srgbClr val="13212D"/>
                </a:solidFill>
              </a:defRPr>
            </a:pPr>
            <a:r>
              <a:rPr sz="900">
                <a:solidFill>
                  <a:schemeClr val="bg1"/>
                </a:solidFill>
              </a:rPr>
              <a:t>• Valid bus-position data</a:t>
            </a:r>
          </a:p>
          <a:p>
            <a:pPr algn="l">
              <a:defRPr sz="1200" b="0">
                <a:solidFill>
                  <a:srgbClr val="13212D"/>
                </a:solidFill>
              </a:defRPr>
            </a:pPr>
            <a:r>
              <a:rPr sz="900">
                <a:solidFill>
                  <a:schemeClr val="bg1"/>
                </a:solidFill>
              </a:rPr>
              <a:t>• Eligible Bus HMI in the same drive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8C205B-C9F8-B1C1-59E6-FB9CD09038C6}"/>
              </a:ext>
            </a:extLst>
          </p:cNvPr>
          <p:cNvSpPr txBox="1"/>
          <p:nvPr/>
        </p:nvSpPr>
        <p:spPr>
          <a:xfrm>
            <a:off x="5479862" y="1330764"/>
            <a:ext cx="3347254" cy="168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50">
                <a:solidFill>
                  <a:schemeClr val="bg1"/>
                </a:solidFill>
                <a:latin typeface="+mn-lt"/>
              </a:rPr>
              <a:t>HMI events identified after the complete-drive selection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220851-2B8B-079E-1AFF-CC8F3B6A425A}"/>
              </a:ext>
            </a:extLst>
          </p:cNvPr>
          <p:cNvSpPr txBox="1"/>
          <p:nvPr/>
        </p:nvSpPr>
        <p:spPr>
          <a:xfrm>
            <a:off x="5780262" y="2195157"/>
            <a:ext cx="3363738" cy="168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50">
                <a:solidFill>
                  <a:schemeClr val="bg1"/>
                </a:solidFill>
                <a:latin typeface="+mn-lt"/>
              </a:rPr>
              <a:t>events retained for </a:t>
            </a:r>
            <a:r>
              <a:rPr lang="en-US" sz="1050" err="1">
                <a:solidFill>
                  <a:schemeClr val="bg1"/>
                </a:solidFill>
                <a:latin typeface="+mn-lt"/>
              </a:rPr>
              <a:t>visualisation</a:t>
            </a:r>
            <a:r>
              <a:rPr lang="en-US" sz="1050">
                <a:solidFill>
                  <a:schemeClr val="bg1"/>
                </a:solidFill>
                <a:latin typeface="+mn-lt"/>
              </a:rPr>
              <a:t> across Stops 1</a:t>
            </a:r>
            <a:r>
              <a:rPr lang="en-US" altLang="zh-CN" sz="1050">
                <a:solidFill>
                  <a:schemeClr val="bg1"/>
                </a:solidFill>
                <a:latin typeface="+mn-lt"/>
              </a:rPr>
              <a:t>-</a:t>
            </a:r>
            <a:r>
              <a:rPr lang="en-US" sz="1050">
                <a:solidFill>
                  <a:schemeClr val="bg1"/>
                </a:solidFill>
                <a:latin typeface="+mn-lt"/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6B7C3E-0F95-7AF5-D7E0-43C565D421AB}"/>
              </a:ext>
            </a:extLst>
          </p:cNvPr>
          <p:cNvSpPr txBox="1"/>
          <p:nvPr/>
        </p:nvSpPr>
        <p:spPr>
          <a:xfrm>
            <a:off x="6359849" y="3012841"/>
            <a:ext cx="1636909" cy="5116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 dirty="0">
                <a:latin typeface="+mn-lt"/>
              </a:rPr>
              <a:t>events at Stops 5</a:t>
            </a:r>
            <a:r>
              <a:rPr lang="en-US" altLang="zh-CN" sz="1000" dirty="0">
                <a:latin typeface="+mn-lt"/>
              </a:rPr>
              <a:t>-</a:t>
            </a:r>
            <a:r>
              <a:rPr lang="en-US" sz="1000" dirty="0">
                <a:latin typeface="+mn-lt"/>
              </a:rPr>
              <a:t>6 for the Bus</a:t>
            </a:r>
            <a:r>
              <a:rPr lang="en-US" altLang="zh-CN" sz="1000" dirty="0">
                <a:latin typeface="+mn-lt"/>
              </a:rPr>
              <a:t>-</a:t>
            </a:r>
            <a:r>
              <a:rPr lang="en-US" sz="1000" dirty="0">
                <a:latin typeface="+mn-lt"/>
              </a:rPr>
              <a:t> vs Infra</a:t>
            </a:r>
            <a:r>
              <a:rPr lang="en-US" altLang="zh-CN" sz="1000" dirty="0">
                <a:latin typeface="+mn-lt"/>
              </a:rPr>
              <a:t>-HMI</a:t>
            </a:r>
            <a:r>
              <a:rPr lang="zh-CN" altLang="en-US" sz="1000" dirty="0">
                <a:latin typeface="+mn-lt"/>
              </a:rPr>
              <a:t> </a:t>
            </a:r>
            <a:r>
              <a:rPr lang="en-US" sz="1000" dirty="0">
                <a:latin typeface="+mn-lt"/>
              </a:rPr>
              <a:t>analysis</a:t>
            </a:r>
          </a:p>
          <a:p>
            <a:pPr>
              <a:lnSpc>
                <a:spcPct val="114000"/>
              </a:lnSpc>
            </a:pPr>
            <a:r>
              <a:rPr lang="en-US" altLang="zh-CN" sz="1000" dirty="0">
                <a:latin typeface="+mn-lt"/>
              </a:rPr>
              <a:t>(60</a:t>
            </a:r>
            <a:r>
              <a:rPr lang="zh-CN" altLang="en-US" sz="1000" dirty="0">
                <a:latin typeface="+mn-lt"/>
              </a:rPr>
              <a:t> </a:t>
            </a:r>
            <a:r>
              <a:rPr lang="en-US" altLang="zh-CN" sz="1000" dirty="0">
                <a:latin typeface="+mn-lt"/>
              </a:rPr>
              <a:t>for</a:t>
            </a:r>
            <a:r>
              <a:rPr lang="zh-CN" altLang="en-US" sz="1000" dirty="0">
                <a:latin typeface="+mn-lt"/>
              </a:rPr>
              <a:t> </a:t>
            </a:r>
            <a:r>
              <a:rPr lang="en-US" altLang="zh-CN" sz="1000" dirty="0">
                <a:latin typeface="+mn-lt"/>
              </a:rPr>
              <a:t>bus,</a:t>
            </a:r>
            <a:r>
              <a:rPr lang="zh-CN" altLang="en-US" sz="1000" dirty="0">
                <a:latin typeface="+mn-lt"/>
              </a:rPr>
              <a:t> </a:t>
            </a:r>
            <a:r>
              <a:rPr lang="en-US" altLang="zh-CN" sz="1000" dirty="0">
                <a:latin typeface="+mn-lt"/>
              </a:rPr>
              <a:t>96</a:t>
            </a:r>
            <a:r>
              <a:rPr lang="zh-CN" altLang="en-US" sz="1000" dirty="0">
                <a:latin typeface="+mn-lt"/>
              </a:rPr>
              <a:t> </a:t>
            </a:r>
            <a:r>
              <a:rPr lang="en-US" altLang="zh-CN" sz="1000" dirty="0">
                <a:latin typeface="+mn-lt"/>
              </a:rPr>
              <a:t>for</a:t>
            </a:r>
            <a:r>
              <a:rPr lang="zh-CN" altLang="en-US" sz="1000" dirty="0">
                <a:latin typeface="+mn-lt"/>
              </a:rPr>
              <a:t> </a:t>
            </a:r>
            <a:r>
              <a:rPr lang="en-US" altLang="zh-CN" sz="1000" dirty="0">
                <a:latin typeface="+mn-lt"/>
              </a:rPr>
              <a:t>Infra)</a:t>
            </a:r>
            <a:endParaRPr lang="en-US" sz="1000" dirty="0"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24C451-2EDF-DA76-6FB5-A3FDAB484AFC}"/>
              </a:ext>
            </a:extLst>
          </p:cNvPr>
          <p:cNvSpPr txBox="1"/>
          <p:nvPr/>
        </p:nvSpPr>
        <p:spPr>
          <a:xfrm>
            <a:off x="472507" y="4303352"/>
            <a:ext cx="3695704" cy="1929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200" b="1" dirty="0">
                <a:latin typeface="+mn-lt"/>
              </a:rPr>
              <a:t>One state transition becomes one HMI </a:t>
            </a:r>
            <a:r>
              <a:rPr lang="en-US" altLang="zh-CN" sz="1200" b="1" dirty="0">
                <a:latin typeface="+mn-lt"/>
              </a:rPr>
              <a:t>onset</a:t>
            </a:r>
            <a:r>
              <a:rPr lang="zh-CN" altLang="en-US" sz="1200" b="1" dirty="0">
                <a:latin typeface="+mn-lt"/>
              </a:rPr>
              <a:t> </a:t>
            </a:r>
            <a:r>
              <a:rPr lang="en-US" sz="1200" b="1" dirty="0">
                <a:latin typeface="+mn-lt"/>
              </a:rPr>
              <a:t>event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867259-9D93-BCD4-9E3D-39EAAEEAFAA6}"/>
              </a:ext>
            </a:extLst>
          </p:cNvPr>
          <p:cNvSpPr txBox="1"/>
          <p:nvPr/>
        </p:nvSpPr>
        <p:spPr>
          <a:xfrm>
            <a:off x="5892711" y="2984432"/>
            <a:ext cx="537903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>
                <a:latin typeface="+mn-lt"/>
              </a:rPr>
              <a:t>156</a:t>
            </a:r>
            <a:endParaRPr lang="en-US" sz="1600" dirty="0">
              <a:latin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7FF80E-246E-A880-D65E-A16C4D1EA30D}"/>
              </a:ext>
            </a:extLst>
          </p:cNvPr>
          <p:cNvSpPr txBox="1"/>
          <p:nvPr/>
        </p:nvSpPr>
        <p:spPr>
          <a:xfrm>
            <a:off x="5272773" y="2166064"/>
            <a:ext cx="537903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>
                <a:solidFill>
                  <a:schemeClr val="bg1"/>
                </a:solidFill>
                <a:latin typeface="+mn-lt"/>
              </a:rPr>
              <a:t>272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8DB259-F2F2-5277-C14C-266B8BA95E66}"/>
              </a:ext>
            </a:extLst>
          </p:cNvPr>
          <p:cNvSpPr txBox="1"/>
          <p:nvPr/>
        </p:nvSpPr>
        <p:spPr>
          <a:xfrm>
            <a:off x="5003821" y="1280805"/>
            <a:ext cx="537903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>
                <a:solidFill>
                  <a:schemeClr val="bg1"/>
                </a:solidFill>
                <a:latin typeface="+mn-lt"/>
              </a:rPr>
              <a:t>353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9" name="Triangle 38">
            <a:extLst>
              <a:ext uri="{FF2B5EF4-FFF2-40B4-BE49-F238E27FC236}">
                <a16:creationId xmlns:a16="http://schemas.microsoft.com/office/drawing/2014/main" id="{559AAA19-F50C-EFD2-2276-36CE9547A9B4}"/>
              </a:ext>
            </a:extLst>
          </p:cNvPr>
          <p:cNvSpPr/>
          <p:nvPr/>
        </p:nvSpPr>
        <p:spPr>
          <a:xfrm rot="10800000">
            <a:off x="6694997" y="1804944"/>
            <a:ext cx="94463" cy="797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40" name="Triangle 39">
            <a:extLst>
              <a:ext uri="{FF2B5EF4-FFF2-40B4-BE49-F238E27FC236}">
                <a16:creationId xmlns:a16="http://schemas.microsoft.com/office/drawing/2014/main" id="{CC05B16A-7C13-30BE-CC71-D442D8FD73EA}"/>
              </a:ext>
            </a:extLst>
          </p:cNvPr>
          <p:cNvSpPr/>
          <p:nvPr/>
        </p:nvSpPr>
        <p:spPr>
          <a:xfrm rot="10800000">
            <a:off x="6680470" y="2677016"/>
            <a:ext cx="94463" cy="797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45D068-6568-0A85-717B-380937880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845" y="1656135"/>
            <a:ext cx="1834396" cy="15940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650E44-FC3A-3E6E-D53D-CF81AAB9542C}"/>
              </a:ext>
            </a:extLst>
          </p:cNvPr>
          <p:cNvSpPr txBox="1"/>
          <p:nvPr/>
        </p:nvSpPr>
        <p:spPr>
          <a:xfrm>
            <a:off x="572954" y="1200445"/>
            <a:ext cx="1920864" cy="1929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200">
                <a:latin typeface="+mn-lt"/>
              </a:rPr>
              <a:t>File</a:t>
            </a:r>
            <a:r>
              <a:rPr lang="zh-CN" altLang="en-US" sz="1200">
                <a:latin typeface="+mn-lt"/>
              </a:rPr>
              <a:t> </a:t>
            </a:r>
            <a:r>
              <a:rPr lang="en-US" altLang="zh-CN" sz="1200">
                <a:latin typeface="+mn-lt"/>
              </a:rPr>
              <a:t>name:</a:t>
            </a:r>
            <a:r>
              <a:rPr lang="zh-CN" altLang="en-US" sz="1200">
                <a:latin typeface="+mn-lt"/>
              </a:rPr>
              <a:t> </a:t>
            </a:r>
            <a:r>
              <a:rPr lang="en-US" altLang="zh-CN" sz="1200" err="1">
                <a:latin typeface="+mn-lt"/>
              </a:rPr>
              <a:t>SimBike.csv</a:t>
            </a:r>
            <a:endParaRPr lang="en-US" sz="120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D45B83-034B-5C34-3DB3-5C5053E7F2EE}"/>
              </a:ext>
            </a:extLst>
          </p:cNvPr>
          <p:cNvSpPr txBox="1"/>
          <p:nvPr/>
        </p:nvSpPr>
        <p:spPr>
          <a:xfrm>
            <a:off x="455995" y="2101186"/>
            <a:ext cx="964341" cy="3025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900">
                <a:latin typeface="+mn-lt"/>
              </a:rPr>
              <a:t>Identified</a:t>
            </a:r>
            <a:r>
              <a:rPr lang="zh-CN" altLang="en-US" sz="900">
                <a:latin typeface="+mn-lt"/>
              </a:rPr>
              <a:t> </a:t>
            </a:r>
            <a:r>
              <a:rPr lang="en-US" altLang="zh-CN" sz="900">
                <a:latin typeface="+mn-lt"/>
              </a:rPr>
              <a:t>as</a:t>
            </a:r>
            <a:r>
              <a:rPr lang="zh-CN" altLang="en-US" sz="900">
                <a:latin typeface="+mn-lt"/>
              </a:rPr>
              <a:t> </a:t>
            </a:r>
            <a:r>
              <a:rPr lang="en-US" altLang="zh-CN" sz="900">
                <a:latin typeface="+mn-lt"/>
              </a:rPr>
              <a:t>a</a:t>
            </a:r>
            <a:r>
              <a:rPr lang="zh-CN" altLang="en-US" sz="900">
                <a:latin typeface="+mn-lt"/>
              </a:rPr>
              <a:t> </a:t>
            </a:r>
            <a:r>
              <a:rPr lang="en-US" altLang="zh-CN" sz="900">
                <a:latin typeface="+mn-lt"/>
              </a:rPr>
              <a:t>Bus-HMI</a:t>
            </a:r>
            <a:r>
              <a:rPr lang="zh-CN" altLang="en-US" sz="900">
                <a:latin typeface="+mn-lt"/>
              </a:rPr>
              <a:t> </a:t>
            </a:r>
            <a:r>
              <a:rPr lang="en-US" altLang="zh-CN" sz="900">
                <a:latin typeface="+mn-lt"/>
              </a:rPr>
              <a:t>event</a:t>
            </a:r>
            <a:endParaRPr lang="en-US" sz="90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AC5349-79AF-E914-33CF-65A91EAE8C75}"/>
              </a:ext>
            </a:extLst>
          </p:cNvPr>
          <p:cNvSpPr txBox="1"/>
          <p:nvPr/>
        </p:nvSpPr>
        <p:spPr>
          <a:xfrm>
            <a:off x="3234755" y="2497181"/>
            <a:ext cx="964341" cy="3025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900">
                <a:latin typeface="+mn-lt"/>
              </a:rPr>
              <a:t>Identified</a:t>
            </a:r>
            <a:r>
              <a:rPr lang="zh-CN" altLang="en-US" sz="900">
                <a:latin typeface="+mn-lt"/>
              </a:rPr>
              <a:t> </a:t>
            </a:r>
            <a:r>
              <a:rPr lang="en-US" altLang="zh-CN" sz="900">
                <a:latin typeface="+mn-lt"/>
              </a:rPr>
              <a:t>as</a:t>
            </a:r>
            <a:r>
              <a:rPr lang="zh-CN" altLang="en-US" sz="900">
                <a:latin typeface="+mn-lt"/>
              </a:rPr>
              <a:t> </a:t>
            </a:r>
            <a:r>
              <a:rPr lang="en-US" altLang="zh-CN" sz="900">
                <a:latin typeface="+mn-lt"/>
              </a:rPr>
              <a:t>an</a:t>
            </a:r>
            <a:r>
              <a:rPr lang="zh-CN" altLang="en-US" sz="900">
                <a:latin typeface="+mn-lt"/>
              </a:rPr>
              <a:t> </a:t>
            </a:r>
            <a:r>
              <a:rPr lang="en-US" altLang="zh-CN" sz="900">
                <a:latin typeface="+mn-lt"/>
              </a:rPr>
              <a:t>Infra-HMI</a:t>
            </a:r>
            <a:r>
              <a:rPr lang="zh-CN" altLang="en-US" sz="900">
                <a:latin typeface="+mn-lt"/>
              </a:rPr>
              <a:t> </a:t>
            </a:r>
            <a:r>
              <a:rPr lang="en-US" altLang="zh-CN" sz="900">
                <a:latin typeface="+mn-lt"/>
              </a:rPr>
              <a:t>event</a:t>
            </a:r>
            <a:endParaRPr lang="en-US" sz="9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465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706BD-B350-BE1A-DFA3-289CC94C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7D355C-B189-6D39-5FCC-B64BA38F0C73}"/>
              </a:ext>
            </a:extLst>
          </p:cNvPr>
          <p:cNvSpPr/>
          <p:nvPr/>
        </p:nvSpPr>
        <p:spPr>
          <a:xfrm>
            <a:off x="2349190" y="1055875"/>
            <a:ext cx="4425744" cy="944163"/>
          </a:xfrm>
          <a:prstGeom prst="roundRect">
            <a:avLst>
              <a:gd name="adj" fmla="val 193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914B6-AB98-C014-04FE-644F22D575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>
                <a:solidFill>
                  <a:schemeClr val="bg1"/>
                </a:solidFill>
              </a:rPr>
              <a:pPr/>
              <a:t>12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6A7180-C107-3354-8AC2-B57269BFE4BC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·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RQ1</a:t>
            </a:r>
            <a:endParaRPr lang="en-US" sz="100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ACBD4-8D67-BDD0-88F3-70605D9227F6}"/>
              </a:ext>
            </a:extLst>
          </p:cNvPr>
          <p:cNvSpPr txBox="1"/>
          <p:nvPr/>
        </p:nvSpPr>
        <p:spPr>
          <a:xfrm>
            <a:off x="447658" y="550107"/>
            <a:ext cx="5737552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b="1">
                <a:solidFill>
                  <a:schemeClr val="bg1"/>
                </a:solidFill>
              </a:rPr>
              <a:t>P</a:t>
            </a:r>
            <a:r>
              <a:rPr lang="en-US" sz="1600" b="1">
                <a:solidFill>
                  <a:schemeClr val="bg1"/>
                </a:solidFill>
              </a:rPr>
              <a:t>re</a:t>
            </a:r>
            <a:r>
              <a:rPr lang="en-US" altLang="zh-CN" sz="1600" b="1">
                <a:solidFill>
                  <a:schemeClr val="bg1"/>
                </a:solidFill>
              </a:rPr>
              <a:t>-</a:t>
            </a:r>
            <a:r>
              <a:rPr lang="en-US" sz="1600" b="1">
                <a:solidFill>
                  <a:schemeClr val="bg1"/>
                </a:solidFill>
              </a:rPr>
              <a:t> and post-HMI windows</a:t>
            </a:r>
            <a:r>
              <a:rPr lang="zh-CN" altLang="en-US" sz="1600" b="1">
                <a:solidFill>
                  <a:schemeClr val="bg1"/>
                </a:solidFill>
              </a:rPr>
              <a:t> </a:t>
            </a:r>
            <a:r>
              <a:rPr lang="en-US" altLang="zh-CN" sz="1600" b="1">
                <a:solidFill>
                  <a:schemeClr val="bg1"/>
                </a:solidFill>
              </a:rPr>
              <a:t>of</a:t>
            </a:r>
            <a:r>
              <a:rPr lang="zh-CN" altLang="en-US" sz="1600" b="1">
                <a:solidFill>
                  <a:schemeClr val="bg1"/>
                </a:solidFill>
              </a:rPr>
              <a:t> </a:t>
            </a:r>
            <a:r>
              <a:rPr lang="en-US" altLang="zh-CN" sz="1600" b="1">
                <a:solidFill>
                  <a:schemeClr val="bg1"/>
                </a:solidFill>
              </a:rPr>
              <a:t>each</a:t>
            </a:r>
            <a:r>
              <a:rPr lang="en-US" sz="1600" b="1">
                <a:solidFill>
                  <a:schemeClr val="bg1"/>
                </a:solidFill>
              </a:rPr>
              <a:t> </a:t>
            </a:r>
            <a:r>
              <a:rPr lang="en-US" altLang="zh-CN" sz="1600" b="1">
                <a:solidFill>
                  <a:schemeClr val="bg1"/>
                </a:solidFill>
                <a:latin typeface="+mn-lt"/>
              </a:rPr>
              <a:t>HMI</a:t>
            </a:r>
            <a:r>
              <a:rPr lang="zh-CN" altLang="en-US" sz="1600" b="1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600" b="1">
                <a:solidFill>
                  <a:schemeClr val="bg1"/>
                </a:solidFill>
                <a:latin typeface="+mn-lt"/>
              </a:rPr>
              <a:t>event</a:t>
            </a:r>
            <a:endParaRPr lang="en-US" sz="1600" b="1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65607F-7043-ED19-7BBD-F3FDB249A2E8}"/>
              </a:ext>
            </a:extLst>
          </p:cNvPr>
          <p:cNvCxnSpPr>
            <a:cxnSpLocks/>
          </p:cNvCxnSpPr>
          <p:nvPr/>
        </p:nvCxnSpPr>
        <p:spPr>
          <a:xfrm>
            <a:off x="2922177" y="1710738"/>
            <a:ext cx="3323090" cy="0"/>
          </a:xfrm>
          <a:prstGeom prst="line">
            <a:avLst/>
          </a:prstGeom>
          <a:ln>
            <a:solidFill>
              <a:schemeClr val="bg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5CC6108-1733-4DA9-08E9-BB64DF9BED8B}"/>
              </a:ext>
            </a:extLst>
          </p:cNvPr>
          <p:cNvSpPr txBox="1"/>
          <p:nvPr/>
        </p:nvSpPr>
        <p:spPr>
          <a:xfrm>
            <a:off x="4228131" y="1187840"/>
            <a:ext cx="906760" cy="181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>
                <a:latin typeface="Calibri" panose="020F0502020204030204" pitchFamily="34" charset="0"/>
                <a:cs typeface="Calibri" panose="020F0502020204030204" pitchFamily="34" charset="0"/>
              </a:rPr>
              <a:t>HMI</a:t>
            </a:r>
            <a:r>
              <a:rPr lang="zh-CN" altLang="en-US" sz="11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100">
                <a:latin typeface="Calibri" panose="020F0502020204030204" pitchFamily="34" charset="0"/>
                <a:cs typeface="Calibri" panose="020F0502020204030204" pitchFamily="34" charset="0"/>
              </a:rPr>
              <a:t>onset</a:t>
            </a:r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03A506-4E27-F6C0-611F-A76BFD2ED038}"/>
              </a:ext>
            </a:extLst>
          </p:cNvPr>
          <p:cNvCxnSpPr/>
          <p:nvPr/>
        </p:nvCxnSpPr>
        <p:spPr>
          <a:xfrm flipV="1">
            <a:off x="4520389" y="1686885"/>
            <a:ext cx="0" cy="203255"/>
          </a:xfrm>
          <a:prstGeom prst="straightConnector1">
            <a:avLst/>
          </a:prstGeom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3F8B0D0-DE72-4512-0C49-3A4E2B1494AF}"/>
              </a:ext>
            </a:extLst>
          </p:cNvPr>
          <p:cNvSpPr txBox="1"/>
          <p:nvPr/>
        </p:nvSpPr>
        <p:spPr>
          <a:xfrm>
            <a:off x="2800390" y="1181593"/>
            <a:ext cx="1234121" cy="181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>
                <a:latin typeface="Calibri" panose="020F0502020204030204" pitchFamily="34" charset="0"/>
                <a:cs typeface="Calibri" panose="020F0502020204030204" pitchFamily="34" charset="0"/>
              </a:rPr>
              <a:t>Pre-HMI</a:t>
            </a:r>
            <a:r>
              <a:rPr lang="zh-CN" altLang="en-US" sz="11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100">
                <a:latin typeface="Calibri" panose="020F0502020204030204" pitchFamily="34" charset="0"/>
                <a:cs typeface="Calibri" panose="020F0502020204030204" pitchFamily="34" charset="0"/>
              </a:rPr>
              <a:t>period</a:t>
            </a:r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5C6788-62BB-8CE8-0B1A-32AC0C0F270F}"/>
              </a:ext>
            </a:extLst>
          </p:cNvPr>
          <p:cNvSpPr txBox="1"/>
          <p:nvPr/>
        </p:nvSpPr>
        <p:spPr>
          <a:xfrm>
            <a:off x="4842338" y="1187155"/>
            <a:ext cx="1481635" cy="181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altLang="zh-CN" sz="1100">
                <a:latin typeface="Calibri" panose="020F0502020204030204" pitchFamily="34" charset="0"/>
                <a:cs typeface="Calibri" panose="020F0502020204030204" pitchFamily="34" charset="0"/>
              </a:rPr>
              <a:t>Post-HMI</a:t>
            </a:r>
            <a:r>
              <a:rPr lang="zh-CN" altLang="en-US" sz="11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100">
                <a:latin typeface="Calibri" panose="020F0502020204030204" pitchFamily="34" charset="0"/>
                <a:cs typeface="Calibri" panose="020F0502020204030204" pitchFamily="34" charset="0"/>
              </a:rPr>
              <a:t>period</a:t>
            </a:r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149806-C275-6F01-4323-1A8DA3823807}"/>
                  </a:ext>
                </a:extLst>
              </p:cNvPr>
              <p:cNvSpPr txBox="1"/>
              <p:nvPr/>
            </p:nvSpPr>
            <p:spPr>
              <a:xfrm>
                <a:off x="4360859" y="1429937"/>
                <a:ext cx="441792" cy="1808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1100">
                    <a:solidFill>
                      <a:schemeClr val="tx1"/>
                    </a:solidFill>
                  </a:rPr>
                  <a:t> </a:t>
                </a:r>
                <a:endParaRPr lang="en-US" sz="11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149806-C275-6F01-4323-1A8DA3823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859" y="1429937"/>
                <a:ext cx="441792" cy="180883"/>
              </a:xfrm>
              <a:prstGeom prst="rect">
                <a:avLst/>
              </a:prstGeom>
              <a:blipFill>
                <a:blip r:embed="rId3"/>
                <a:stretch>
                  <a:fillRect l="-9589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108665-F5C0-7F21-75F5-7B863207E323}"/>
                  </a:ext>
                </a:extLst>
              </p:cNvPr>
              <p:cNvSpPr txBox="1"/>
              <p:nvPr/>
            </p:nvSpPr>
            <p:spPr>
              <a:xfrm>
                <a:off x="2800390" y="1429937"/>
                <a:ext cx="441792" cy="1808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altLang="zh-CN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100">
                    <a:solidFill>
                      <a:schemeClr val="tx1"/>
                    </a:solidFill>
                  </a:rPr>
                  <a:t> </a:t>
                </a:r>
                <a:endParaRPr lang="en-US" sz="11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108665-F5C0-7F21-75F5-7B863207E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390" y="1429937"/>
                <a:ext cx="441792" cy="180883"/>
              </a:xfrm>
              <a:prstGeom prst="rect">
                <a:avLst/>
              </a:prstGeom>
              <a:blipFill>
                <a:blip r:embed="rId4"/>
                <a:stretch>
                  <a:fillRect l="-5479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F8DAD8-4803-B4FE-8D0C-B4AB8C2F036F}"/>
                  </a:ext>
                </a:extLst>
              </p:cNvPr>
              <p:cNvSpPr txBox="1"/>
              <p:nvPr/>
            </p:nvSpPr>
            <p:spPr>
              <a:xfrm>
                <a:off x="6024371" y="1429937"/>
                <a:ext cx="441792" cy="1808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r>
                      <a:rPr lang="en-US" altLang="zh-CN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altLang="zh-CN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100">
                    <a:solidFill>
                      <a:schemeClr val="tx1"/>
                    </a:solidFill>
                  </a:rPr>
                  <a:t> </a:t>
                </a:r>
                <a:endParaRPr lang="en-US" sz="11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F8DAD8-4803-B4FE-8D0C-B4AB8C2F0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371" y="1429937"/>
                <a:ext cx="441792" cy="180883"/>
              </a:xfrm>
              <a:prstGeom prst="rect">
                <a:avLst/>
              </a:prstGeom>
              <a:blipFill>
                <a:blip r:embed="rId5"/>
                <a:stretch>
                  <a:fillRect l="-9589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F08F26A-0731-49F3-D0E9-303639E50082}"/>
              </a:ext>
            </a:extLst>
          </p:cNvPr>
          <p:cNvSpPr txBox="1"/>
          <p:nvPr/>
        </p:nvSpPr>
        <p:spPr>
          <a:xfrm>
            <a:off x="4960308" y="3685304"/>
            <a:ext cx="4059988" cy="1769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>
                <a:solidFill>
                  <a:schemeClr val="bg1"/>
                </a:solidFill>
                <a:latin typeface="+mn-lt"/>
              </a:rPr>
              <a:t>Mean cyclist’s speed during the pre- or post-HMI window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159E14-D62B-D543-2B5A-32394FDD09EA}"/>
              </a:ext>
            </a:extLst>
          </p:cNvPr>
          <p:cNvSpPr txBox="1"/>
          <p:nvPr/>
        </p:nvSpPr>
        <p:spPr>
          <a:xfrm>
            <a:off x="3896435" y="3670436"/>
            <a:ext cx="906216" cy="1929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altLang="zh-CN" sz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</a:rPr>
              <a:t>Outcome</a:t>
            </a:r>
            <a:endParaRPr lang="en-US" sz="1200">
              <a:solidFill>
                <a:schemeClr val="bg2">
                  <a:lumMod val="40000"/>
                  <a:lumOff val="60000"/>
                </a:schemeClr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52A26-6B71-6601-41B0-3200A03424E4}"/>
              </a:ext>
            </a:extLst>
          </p:cNvPr>
          <p:cNvSpPr txBox="1"/>
          <p:nvPr/>
        </p:nvSpPr>
        <p:spPr>
          <a:xfrm>
            <a:off x="3783188" y="4004722"/>
            <a:ext cx="1019463" cy="1929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altLang="zh-CN" sz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</a:rPr>
              <a:t>Fixed</a:t>
            </a:r>
            <a:r>
              <a:rPr lang="zh-CN" altLang="en-US" sz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altLang="zh-CN" sz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</a:rPr>
              <a:t>effects</a:t>
            </a:r>
            <a:endParaRPr lang="en-US" sz="1200">
              <a:solidFill>
                <a:schemeClr val="bg2">
                  <a:lumMod val="40000"/>
                  <a:lumOff val="60000"/>
                </a:schemeClr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1EEB69-B4C7-244B-0153-D2712882B6E4}"/>
              </a:ext>
            </a:extLst>
          </p:cNvPr>
          <p:cNvSpPr txBox="1"/>
          <p:nvPr/>
        </p:nvSpPr>
        <p:spPr>
          <a:xfrm>
            <a:off x="3629398" y="4305629"/>
            <a:ext cx="1173253" cy="1929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altLang="zh-CN" sz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</a:rPr>
              <a:t>Random</a:t>
            </a:r>
            <a:r>
              <a:rPr lang="zh-CN" altLang="en-US" sz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altLang="zh-CN" sz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</a:rPr>
              <a:t>effects</a:t>
            </a:r>
            <a:endParaRPr lang="en-US" sz="1200">
              <a:solidFill>
                <a:schemeClr val="bg2">
                  <a:lumMod val="40000"/>
                  <a:lumOff val="60000"/>
                </a:schemeClr>
              </a:solidFill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B2286D-9E76-B551-132B-55832E14BB12}"/>
              </a:ext>
            </a:extLst>
          </p:cNvPr>
          <p:cNvSpPr txBox="1"/>
          <p:nvPr/>
        </p:nvSpPr>
        <p:spPr>
          <a:xfrm>
            <a:off x="4968259" y="4019590"/>
            <a:ext cx="3312143" cy="1769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Period,</a:t>
            </a:r>
            <a:r>
              <a:rPr lang="zh-CN" altLang="en-US" sz="11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HMI-type,</a:t>
            </a:r>
            <a:r>
              <a:rPr lang="zh-CN" altLang="en-US" sz="11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bus</a:t>
            </a:r>
            <a:r>
              <a:rPr lang="zh-CN" altLang="en-US" sz="11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stop,</a:t>
            </a:r>
            <a:r>
              <a:rPr lang="zh-CN" altLang="en-US" sz="11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Period</a:t>
            </a:r>
            <a:r>
              <a:rPr lang="zh-CN" altLang="en-US" sz="11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×</a:t>
            </a:r>
            <a:r>
              <a:rPr lang="zh-CN" altLang="en-US" sz="11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HMI-Type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56801D-5942-703F-FD5E-3C775B08784A}"/>
              </a:ext>
            </a:extLst>
          </p:cNvPr>
          <p:cNvSpPr txBox="1"/>
          <p:nvPr/>
        </p:nvSpPr>
        <p:spPr>
          <a:xfrm>
            <a:off x="4971544" y="4322095"/>
            <a:ext cx="2162754" cy="1769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>
                <a:solidFill>
                  <a:schemeClr val="bg1"/>
                </a:solidFill>
                <a:latin typeface="+mn-lt"/>
              </a:rPr>
              <a:t>Random</a:t>
            </a:r>
            <a:r>
              <a:rPr lang="zh-CN" altLang="en-US" sz="11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>
                <a:solidFill>
                  <a:schemeClr val="bg1"/>
                </a:solidFill>
                <a:latin typeface="+mn-lt"/>
              </a:rPr>
              <a:t>intercept</a:t>
            </a:r>
            <a:r>
              <a:rPr lang="zh-CN" altLang="en-US" sz="11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>
                <a:solidFill>
                  <a:schemeClr val="bg1"/>
                </a:solidFill>
                <a:latin typeface="+mn-lt"/>
              </a:rPr>
              <a:t>by</a:t>
            </a:r>
            <a:r>
              <a:rPr lang="zh-CN" altLang="en-US" sz="11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100">
                <a:solidFill>
                  <a:schemeClr val="bg1"/>
                </a:solidFill>
                <a:latin typeface="+mn-lt"/>
              </a:rPr>
              <a:t>participant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E94DD0-0984-71A7-9595-CF21C47A1994}"/>
              </a:ext>
            </a:extLst>
          </p:cNvPr>
          <p:cNvSpPr txBox="1"/>
          <p:nvPr/>
        </p:nvSpPr>
        <p:spPr>
          <a:xfrm>
            <a:off x="447658" y="3089752"/>
            <a:ext cx="2819081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Linear </a:t>
            </a:r>
            <a:r>
              <a:rPr lang="en-US" altLang="zh-CN" sz="1600" b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mix</a:t>
            </a:r>
            <a:r>
              <a:rPr lang="en-US" sz="1600" b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ed</a:t>
            </a:r>
            <a:r>
              <a:rPr lang="en-US" altLang="zh-CN" sz="1600" b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-e</a:t>
            </a:r>
            <a:r>
              <a:rPr lang="en-US" sz="1600" b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ffects </a:t>
            </a:r>
            <a:r>
              <a:rPr lang="en-US" altLang="zh-CN" sz="1600" b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m</a:t>
            </a:r>
            <a:r>
              <a:rPr lang="en-US" sz="1600" b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odel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76ABBC-67A7-A087-8320-947E8DC6A860}"/>
                  </a:ext>
                </a:extLst>
              </p:cNvPr>
              <p:cNvSpPr txBox="1"/>
              <p:nvPr/>
            </p:nvSpPr>
            <p:spPr>
              <a:xfrm>
                <a:off x="999517" y="2141388"/>
                <a:ext cx="7087598" cy="631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171450">
                  <a:lnSpc>
                    <a:spcPts val="1720"/>
                  </a:lnSpc>
                  <a:buFont typeface="Arial" panose="020B0604020202020204" pitchFamily="34" charset="0"/>
                  <a:buChar char="•"/>
                </a:pPr>
                <a:r>
                  <a:rPr lang="en-US" sz="1100">
                    <a:solidFill>
                      <a:schemeClr val="bg1"/>
                    </a:solidFill>
                    <a:latin typeface="+mn-lt"/>
                  </a:rPr>
                  <a:t>Use the HMI activation time as 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CN" sz="1100">
                    <a:solidFill>
                      <a:schemeClr val="bg1"/>
                    </a:solidFill>
                  </a:rPr>
                  <a:t>,</a:t>
                </a:r>
                <a:r>
                  <a:rPr lang="zh-CN" altLang="en-US" sz="1100">
                    <a:solidFill>
                      <a:schemeClr val="bg1"/>
                    </a:solidFill>
                  </a:rPr>
                  <a:t> </a:t>
                </a:r>
                <a:r>
                  <a:rPr lang="en-US" sz="1100">
                    <a:solidFill>
                      <a:schemeClr val="bg1"/>
                    </a:solidFill>
                    <a:latin typeface="+mn-lt"/>
                  </a:rPr>
                  <a:t>extract bicycle speed from the 3s pre-HMI and </a:t>
                </a:r>
                <a:r>
                  <a:rPr lang="en-US" altLang="zh-CN" sz="1100">
                    <a:solidFill>
                      <a:schemeClr val="bg1"/>
                    </a:solidFill>
                    <a:latin typeface="+mn-lt"/>
                  </a:rPr>
                  <a:t>3s</a:t>
                </a:r>
                <a:r>
                  <a:rPr lang="zh-CN" altLang="en-US" sz="110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US" sz="1100">
                    <a:solidFill>
                      <a:schemeClr val="bg1"/>
                    </a:solidFill>
                    <a:latin typeface="+mn-lt"/>
                  </a:rPr>
                  <a:t>post-HMI windows</a:t>
                </a:r>
              </a:p>
              <a:p>
                <a:pPr marL="171450" indent="-171450">
                  <a:lnSpc>
                    <a:spcPts val="1720"/>
                  </a:lnSpc>
                  <a:buFont typeface="Arial" panose="020B0604020202020204" pitchFamily="34" charset="0"/>
                  <a:buChar char="•"/>
                </a:pPr>
                <a:r>
                  <a:rPr lang="en-US" sz="1100">
                    <a:solidFill>
                      <a:schemeClr val="bg1"/>
                    </a:solidFill>
                    <a:latin typeface="+mn-lt"/>
                  </a:rPr>
                  <a:t>Calculate the arithmetic mean of the speed samples separately for each event and period</a:t>
                </a:r>
              </a:p>
              <a:p>
                <a:pPr marL="171450" indent="-171450">
                  <a:lnSpc>
                    <a:spcPts val="1720"/>
                  </a:lnSpc>
                  <a:buFont typeface="Arial" panose="020B0604020202020204" pitchFamily="34" charset="0"/>
                  <a:buChar char="•"/>
                </a:pPr>
                <a:r>
                  <a:rPr lang="en-US" sz="1100">
                    <a:solidFill>
                      <a:schemeClr val="bg1"/>
                    </a:solidFill>
                    <a:latin typeface="+mn-lt"/>
                  </a:rPr>
                  <a:t>Each event produces two mean-speed observations</a:t>
                </a:r>
                <a:r>
                  <a:rPr lang="zh-CN" altLang="en-US" sz="110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US" altLang="zh-CN" sz="1100">
                    <a:solidFill>
                      <a:schemeClr val="bg1"/>
                    </a:solidFill>
                    <a:latin typeface="+mn-lt"/>
                  </a:rPr>
                  <a:t>“</a:t>
                </a:r>
                <a:r>
                  <a:rPr lang="en-US" sz="1100">
                    <a:solidFill>
                      <a:schemeClr val="bg1"/>
                    </a:solidFill>
                    <a:latin typeface="+mn-lt"/>
                  </a:rPr>
                  <a:t>Pre</a:t>
                </a:r>
                <a:r>
                  <a:rPr lang="en-US" altLang="zh-CN" sz="1100">
                    <a:solidFill>
                      <a:schemeClr val="bg1"/>
                    </a:solidFill>
                    <a:latin typeface="+mn-lt"/>
                  </a:rPr>
                  <a:t>”</a:t>
                </a:r>
                <a:r>
                  <a:rPr lang="en-US" sz="1100">
                    <a:solidFill>
                      <a:schemeClr val="bg1"/>
                    </a:solidFill>
                    <a:latin typeface="+mn-lt"/>
                  </a:rPr>
                  <a:t> and </a:t>
                </a:r>
                <a:r>
                  <a:rPr lang="en-US" altLang="zh-CN" sz="1100">
                    <a:solidFill>
                      <a:schemeClr val="bg1"/>
                    </a:solidFill>
                    <a:latin typeface="+mn-lt"/>
                  </a:rPr>
                  <a:t>“</a:t>
                </a:r>
                <a:r>
                  <a:rPr lang="en-US" sz="1100">
                    <a:solidFill>
                      <a:schemeClr val="bg1"/>
                    </a:solidFill>
                    <a:latin typeface="+mn-lt"/>
                  </a:rPr>
                  <a:t>Post</a:t>
                </a:r>
                <a:r>
                  <a:rPr lang="en-US" altLang="zh-CN" sz="1100">
                    <a:solidFill>
                      <a:schemeClr val="bg1"/>
                    </a:solidFill>
                    <a:latin typeface="+mn-lt"/>
                  </a:rPr>
                  <a:t>”</a:t>
                </a:r>
                <a:endParaRPr lang="en-US" sz="1100">
                  <a:solidFill>
                    <a:schemeClr val="bg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76ABBC-67A7-A087-8320-947E8DC6A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17" y="2141388"/>
                <a:ext cx="7087598" cy="631648"/>
              </a:xfrm>
              <a:prstGeom prst="rect">
                <a:avLst/>
              </a:prstGeom>
              <a:blipFill>
                <a:blip r:embed="rId6"/>
                <a:stretch>
                  <a:fillRect l="-1204" t="-288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54FECA-BA52-707C-5205-CBB97AE14CAA}"/>
              </a:ext>
            </a:extLst>
          </p:cNvPr>
          <p:cNvCxnSpPr>
            <a:cxnSpLocks/>
          </p:cNvCxnSpPr>
          <p:nvPr/>
        </p:nvCxnSpPr>
        <p:spPr>
          <a:xfrm>
            <a:off x="447658" y="898497"/>
            <a:ext cx="4136223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3919716-2B06-2CAB-9653-6D251CD74137}"/>
              </a:ext>
            </a:extLst>
          </p:cNvPr>
          <p:cNvCxnSpPr>
            <a:cxnSpLocks/>
          </p:cNvCxnSpPr>
          <p:nvPr/>
        </p:nvCxnSpPr>
        <p:spPr>
          <a:xfrm>
            <a:off x="447658" y="3486126"/>
            <a:ext cx="240686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BF0FF8-977F-7C38-FF99-49DD6B90C46A}"/>
              </a:ext>
            </a:extLst>
          </p:cNvPr>
          <p:cNvSpPr txBox="1"/>
          <p:nvPr/>
        </p:nvSpPr>
        <p:spPr>
          <a:xfrm>
            <a:off x="492378" y="3705506"/>
            <a:ext cx="2729639" cy="9843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Handles repeated observations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Accounts for individual baseline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  <a:latin typeface="+mn-lt"/>
              </a:rPr>
              <a:t>Allows unequal numbers of observations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1083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9F959-2DB3-0D1B-16CE-6A700DD8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F0E3C9D2-B706-2DCD-E56C-903D7B123852}"/>
              </a:ext>
            </a:extLst>
          </p:cNvPr>
          <p:cNvSpPr/>
          <p:nvPr/>
        </p:nvSpPr>
        <p:spPr>
          <a:xfrm>
            <a:off x="478384" y="1598101"/>
            <a:ext cx="1723848" cy="969154"/>
          </a:xfrm>
          <a:prstGeom prst="roundRect">
            <a:avLst>
              <a:gd name="adj" fmla="val 16612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D7BF6E-EF39-CCF4-42B0-3EEC6AB7042A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·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Peak-deceleration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location</a:t>
            </a:r>
            <a:endParaRPr lang="en-US" sz="100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3A8E0-E43E-7741-9915-A94461BA7794}"/>
              </a:ext>
            </a:extLst>
          </p:cNvPr>
          <p:cNvSpPr txBox="1"/>
          <p:nvPr/>
        </p:nvSpPr>
        <p:spPr>
          <a:xfrm>
            <a:off x="528522" y="1278750"/>
            <a:ext cx="4157249" cy="1929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Calculation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of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p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eak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-deceleration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for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all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post-HMI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windows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0A75B5-D740-7B79-C420-C3185B28BC13}"/>
              </a:ext>
            </a:extLst>
          </p:cNvPr>
          <p:cNvSpPr txBox="1"/>
          <p:nvPr/>
        </p:nvSpPr>
        <p:spPr>
          <a:xfrm>
            <a:off x="644690" y="1913401"/>
            <a:ext cx="1548683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+mn-lt"/>
              </a:rPr>
              <a:t>Extract the 3s window after each HMI onse</a:t>
            </a:r>
            <a:r>
              <a:rPr lang="en-US" altLang="zh-CN" sz="1100" dirty="0">
                <a:solidFill>
                  <a:schemeClr val="tx2"/>
                </a:solidFill>
                <a:latin typeface="+mn-lt"/>
              </a:rPr>
              <a:t>t</a:t>
            </a:r>
            <a:endParaRPr lang="en-US" sz="1100" dirty="0">
              <a:solidFill>
                <a:schemeClr val="tx2"/>
              </a:solidFill>
              <a:latin typeface="+mn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E2F8F-9255-8987-D4FC-74409A0CC5B8}"/>
              </a:ext>
            </a:extLst>
          </p:cNvPr>
          <p:cNvGrpSpPr/>
          <p:nvPr/>
        </p:nvGrpSpPr>
        <p:grpSpPr>
          <a:xfrm>
            <a:off x="2446686" y="1622129"/>
            <a:ext cx="2039970" cy="948681"/>
            <a:chOff x="1448297" y="3311522"/>
            <a:chExt cx="2150371" cy="1109495"/>
          </a:xfrm>
        </p:grpSpPr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1B458750-BB9D-1FEA-3EB2-5DFC3C898C11}"/>
                </a:ext>
              </a:extLst>
            </p:cNvPr>
            <p:cNvSpPr/>
            <p:nvPr/>
          </p:nvSpPr>
          <p:spPr>
            <a:xfrm>
              <a:off x="1448297" y="3311522"/>
              <a:ext cx="2150371" cy="1109495"/>
            </a:xfrm>
            <a:prstGeom prst="roundRect">
              <a:avLst>
                <a:gd name="adj" fmla="val 15729"/>
              </a:avLst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 sz="1100">
                <a:solidFill>
                  <a:schemeClr val="tx2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E44BEF0-4242-0830-AB56-69D170FCF9F6}"/>
                </a:ext>
              </a:extLst>
            </p:cNvPr>
            <p:cNvSpPr txBox="1"/>
            <p:nvPr/>
          </p:nvSpPr>
          <p:spPr>
            <a:xfrm>
              <a:off x="1613178" y="3596225"/>
              <a:ext cx="1852652" cy="5078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>
                  <a:solidFill>
                    <a:schemeClr val="tx2"/>
                  </a:solidFill>
                </a:rPr>
                <a:t>Apply an approximately 0.3s </a:t>
              </a:r>
              <a:r>
                <a:rPr lang="en-US" sz="1100" dirty="0" err="1">
                  <a:solidFill>
                    <a:schemeClr val="tx2"/>
                  </a:solidFill>
                </a:rPr>
                <a:t>centred</a:t>
              </a:r>
              <a:r>
                <a:rPr lang="en-US" sz="1100" dirty="0">
                  <a:solidFill>
                    <a:schemeClr val="tx2"/>
                  </a:solidFill>
                </a:rPr>
                <a:t> moving average to bicycle speed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980C241-1BFE-7731-3543-BA81E31A8F74}"/>
              </a:ext>
            </a:extLst>
          </p:cNvPr>
          <p:cNvGrpSpPr/>
          <p:nvPr/>
        </p:nvGrpSpPr>
        <p:grpSpPr>
          <a:xfrm>
            <a:off x="4685771" y="1619996"/>
            <a:ext cx="1913952" cy="969154"/>
            <a:chOff x="3120999" y="3196187"/>
            <a:chExt cx="1913952" cy="969154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21E2BBA8-1F2F-1C2A-3EFA-0EBBE7ACA817}"/>
                </a:ext>
              </a:extLst>
            </p:cNvPr>
            <p:cNvSpPr/>
            <p:nvPr/>
          </p:nvSpPr>
          <p:spPr>
            <a:xfrm>
              <a:off x="3120999" y="3196187"/>
              <a:ext cx="1913952" cy="969154"/>
            </a:xfrm>
            <a:prstGeom prst="roundRect">
              <a:avLst>
                <a:gd name="adj" fmla="val 16612"/>
              </a:avLst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 sz="1100">
                <a:solidFill>
                  <a:schemeClr val="tx2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BD8F554-EB65-1297-A6CD-A3F0FA849A41}"/>
                </a:ext>
              </a:extLst>
            </p:cNvPr>
            <p:cNvSpPr txBox="1"/>
            <p:nvPr/>
          </p:nvSpPr>
          <p:spPr>
            <a:xfrm>
              <a:off x="3373735" y="3518425"/>
              <a:ext cx="1591868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>
                  <a:solidFill>
                    <a:schemeClr val="tx2"/>
                  </a:solidFill>
                </a:rPr>
                <a:t>Calculate acceleration from smoothed speed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B829970-36B9-5269-E644-E01E268610A2}"/>
              </a:ext>
            </a:extLst>
          </p:cNvPr>
          <p:cNvGrpSpPr/>
          <p:nvPr/>
        </p:nvGrpSpPr>
        <p:grpSpPr>
          <a:xfrm>
            <a:off x="6820580" y="1619996"/>
            <a:ext cx="1959597" cy="969154"/>
            <a:chOff x="3089567" y="1476680"/>
            <a:chExt cx="1959597" cy="96915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D059BCE-35CF-D090-DCB1-E4AE76EC30EC}"/>
                </a:ext>
              </a:extLst>
            </p:cNvPr>
            <p:cNvSpPr/>
            <p:nvPr/>
          </p:nvSpPr>
          <p:spPr>
            <a:xfrm>
              <a:off x="3089567" y="1476680"/>
              <a:ext cx="1913952" cy="969154"/>
            </a:xfrm>
            <a:prstGeom prst="roundRect">
              <a:avLst>
                <a:gd name="adj" fmla="val 16612"/>
              </a:avLst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 sz="1100">
                <a:solidFill>
                  <a:schemeClr val="tx2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623342C-47D8-9DD0-4F9E-A962520A677A}"/>
                </a:ext>
              </a:extLst>
            </p:cNvPr>
            <p:cNvSpPr txBox="1"/>
            <p:nvPr/>
          </p:nvSpPr>
          <p:spPr>
            <a:xfrm>
              <a:off x="3196512" y="1707341"/>
              <a:ext cx="1852652" cy="5078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>
                  <a:solidFill>
                    <a:schemeClr val="tx2"/>
                  </a:solidFill>
                </a:rPr>
                <a:t>Identify the sample with the most negative acceleration (strongest slowdown)</a:t>
              </a:r>
            </a:p>
          </p:txBody>
        </p:sp>
      </p:grpSp>
      <p:sp>
        <p:nvSpPr>
          <p:cNvPr id="7" name="Triangle 6">
            <a:extLst>
              <a:ext uri="{FF2B5EF4-FFF2-40B4-BE49-F238E27FC236}">
                <a16:creationId xmlns:a16="http://schemas.microsoft.com/office/drawing/2014/main" id="{3157BF6A-3C23-40B4-D465-3C575C7A1301}"/>
              </a:ext>
            </a:extLst>
          </p:cNvPr>
          <p:cNvSpPr/>
          <p:nvPr/>
        </p:nvSpPr>
        <p:spPr>
          <a:xfrm rot="5400000">
            <a:off x="2269367" y="2032583"/>
            <a:ext cx="110186" cy="10575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A2156D-B584-5055-5A48-8B8300348F70}"/>
              </a:ext>
            </a:extLst>
          </p:cNvPr>
          <p:cNvSpPr txBox="1"/>
          <p:nvPr/>
        </p:nvSpPr>
        <p:spPr>
          <a:xfrm>
            <a:off x="454254" y="635490"/>
            <a:ext cx="6670207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>
                <a:solidFill>
                  <a:schemeClr val="bg1"/>
                </a:solidFill>
                <a:latin typeface="+mn-lt"/>
              </a:rPr>
              <a:t>Where</a:t>
            </a:r>
            <a:r>
              <a:rPr lang="zh-CN" altLang="en-US" sz="2000" b="1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+mn-lt"/>
              </a:rPr>
              <a:t>did</a:t>
            </a:r>
            <a:r>
              <a:rPr lang="zh-CN" altLang="en-US" sz="2000" b="1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+mn-lt"/>
              </a:rPr>
              <a:t>cyclists’</a:t>
            </a:r>
            <a:r>
              <a:rPr lang="zh-CN" altLang="en-US" sz="2000" b="1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+mn-lt"/>
              </a:rPr>
              <a:t>peak</a:t>
            </a:r>
            <a:r>
              <a:rPr lang="zh-CN" altLang="en-US" sz="2000" b="1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+mn-lt"/>
              </a:rPr>
              <a:t>deceleration</a:t>
            </a:r>
            <a:r>
              <a:rPr lang="zh-CN" altLang="en-US" sz="2000" b="1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+mn-lt"/>
              </a:rPr>
              <a:t>occur?</a:t>
            </a:r>
            <a:endParaRPr lang="en-US" sz="2000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157FE64-8F08-02C0-D292-81527334ABAD}"/>
              </a:ext>
            </a:extLst>
          </p:cNvPr>
          <p:cNvSpPr txBox="1">
            <a:spLocks/>
          </p:cNvSpPr>
          <p:nvPr/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CE58CB1E-F828-4F11-99E0-327109AF9DA4}" type="slidenum">
              <a:rPr lang="de-DE" smtClean="0">
                <a:solidFill>
                  <a:schemeClr val="bg1"/>
                </a:solidFill>
              </a:rPr>
              <a:pPr/>
              <a:t>13</a:t>
            </a:fld>
            <a:endParaRPr lang="de-DE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C95129-878D-5A41-F65F-FE89CC14E561}"/>
                  </a:ext>
                </a:extLst>
              </p:cNvPr>
              <p:cNvSpPr txBox="1"/>
              <p:nvPr/>
            </p:nvSpPr>
            <p:spPr>
              <a:xfrm>
                <a:off x="1463996" y="3307106"/>
                <a:ext cx="5170111" cy="3170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𝑝𝑒𝑎𝑘</m:t>
                          </m:r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𝑑𝑒𝑐𝑒𝑙𝑒𝑟𝑎𝑡𝑖𝑜𝑛</m:t>
                          </m:r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𝑙𝑜𝑐𝑎𝑡𝑖𝑜𝑛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𝑏𝑖𝑘𝑒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𝑏𝑢𝑠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𝑏𝑖𝑘𝑒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𝑏𝑢𝑠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C95129-878D-5A41-F65F-FE89CC14E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996" y="3307106"/>
                <a:ext cx="5170111" cy="317010"/>
              </a:xfrm>
              <a:prstGeom prst="rect">
                <a:avLst/>
              </a:prstGeom>
              <a:blipFill>
                <a:blip r:embed="rId3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CB956F1-4DA9-E4CF-4BAC-4F112B4838D8}"/>
              </a:ext>
            </a:extLst>
          </p:cNvPr>
          <p:cNvSpPr txBox="1"/>
          <p:nvPr/>
        </p:nvSpPr>
        <p:spPr>
          <a:xfrm>
            <a:off x="611050" y="2928312"/>
            <a:ext cx="3690850" cy="1929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Distance at the moment of strongest deceleration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: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4E541F9-B923-7A6C-7526-EF83146A113A}"/>
                  </a:ext>
                </a:extLst>
              </p:cNvPr>
              <p:cNvSpPr txBox="1"/>
              <p:nvPr/>
            </p:nvSpPr>
            <p:spPr>
              <a:xfrm>
                <a:off x="1777255" y="3892314"/>
                <a:ext cx="5418801" cy="4995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𝑏𝑖𝑘𝑒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𝑏𝑖𝑘𝑒</m:t>
                        </m:r>
                      </m:sub>
                    </m:sSub>
                  </m:oMath>
                </a14:m>
                <a:r>
                  <a:rPr lang="en-US" altLang="zh-CN" sz="1200" dirty="0">
                    <a:solidFill>
                      <a:schemeClr val="bg1"/>
                    </a:solidFill>
                    <a:latin typeface="+mn-lt"/>
                  </a:rPr>
                  <a:t>,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𝑏𝑢𝑠</m:t>
                        </m:r>
                      </m:sub>
                    </m:sSub>
                  </m:oMath>
                </a14:m>
                <a:r>
                  <a:rPr lang="en-US" altLang="zh-CN" sz="1200" dirty="0">
                    <a:solidFill>
                      <a:schemeClr val="bg1"/>
                    </a:solidFill>
                    <a:latin typeface="+mn-lt"/>
                  </a:rPr>
                  <a:t>,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𝑏𝑢𝑠</m:t>
                        </m:r>
                      </m:sub>
                    </m:sSub>
                  </m:oMath>
                </a14:m>
                <a:r>
                  <a:rPr lang="en-US" altLang="zh-CN" sz="1200" dirty="0">
                    <a:solidFill>
                      <a:schemeClr val="bg1"/>
                    </a:solidFill>
                    <a:latin typeface="+mn-lt"/>
                  </a:rPr>
                  <a:t>: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+mn-lt"/>
                  </a:rPr>
                  <a:t>  </a:t>
                </a:r>
                <a:endParaRPr lang="en-US" altLang="zh-CN" sz="1100" dirty="0">
                  <a:solidFill>
                    <a:schemeClr val="bg1"/>
                  </a:solidFill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100" dirty="0">
                    <a:solidFill>
                      <a:schemeClr val="bg1"/>
                    </a:solidFill>
                    <a:latin typeface="+mn-lt"/>
                  </a:rPr>
                  <a:t>bicycle and bus positions in the horizontal plane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4E541F9-B923-7A6C-7526-EF83146A1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255" y="3892314"/>
                <a:ext cx="5418801" cy="499560"/>
              </a:xfrm>
              <a:prstGeom prst="rect">
                <a:avLst/>
              </a:prstGeom>
              <a:blipFill>
                <a:blip r:embed="rId4"/>
                <a:stretch>
                  <a:fillRect l="-1689" b="-17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riangle 8">
            <a:extLst>
              <a:ext uri="{FF2B5EF4-FFF2-40B4-BE49-F238E27FC236}">
                <a16:creationId xmlns:a16="http://schemas.microsoft.com/office/drawing/2014/main" id="{F1F5BB67-2100-9552-E69F-E94F13B9C873}"/>
              </a:ext>
            </a:extLst>
          </p:cNvPr>
          <p:cNvSpPr/>
          <p:nvPr/>
        </p:nvSpPr>
        <p:spPr>
          <a:xfrm rot="5400000">
            <a:off x="4542284" y="2032584"/>
            <a:ext cx="110186" cy="10575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744F1575-1379-79D8-172E-E19FFC4FFBBC}"/>
              </a:ext>
            </a:extLst>
          </p:cNvPr>
          <p:cNvSpPr/>
          <p:nvPr/>
        </p:nvSpPr>
        <p:spPr>
          <a:xfrm rot="5400000">
            <a:off x="6666963" y="2020115"/>
            <a:ext cx="110186" cy="10575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84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4254" y="684201"/>
            <a:ext cx="8508999" cy="377796"/>
          </a:xfrm>
        </p:spPr>
        <p:txBody>
          <a:bodyPr/>
          <a:lstStyle/>
          <a:p>
            <a:r>
              <a:rPr lang="en-US" altLang="zh-CN" sz="2400" b="1"/>
              <a:t>S</a:t>
            </a:r>
            <a:r>
              <a:rPr lang="de-DE" sz="2400" b="1"/>
              <a:t>teering as a signal of sickness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45720" rIns="0" bIns="45720" rtlCol="0" anchor="ctr"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1F23A-1785-A8B3-86FF-5241EEC8624F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bg2"/>
                </a:solidFill>
                <a:latin typeface="+mn-lt"/>
              </a:rPr>
              <a:t>Methodology</a:t>
            </a:r>
            <a:r>
              <a:rPr lang="zh-CN" alt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·</a:t>
            </a:r>
            <a:r>
              <a:rPr lang="zh-CN" alt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bg2"/>
                </a:solidFill>
              </a:rPr>
              <a:t>RQ2</a:t>
            </a:r>
            <a:endParaRPr lang="en-US" sz="100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9125" y="1600200"/>
            <a:ext cx="4154119" cy="1447037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_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" y="1994535"/>
            <a:ext cx="658368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8389" y="1728216"/>
            <a:ext cx="3020263" cy="11910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F3A52"/>
                </a:solidFill>
              </a:rPr>
              <a:t>Steering deflection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B3A45"/>
                </a:solidFill>
              </a:rPr>
              <a:t>Angle between handlebar and frame heading — independent of which way the route 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4412" y="1600200"/>
            <a:ext cx="4154119" cy="1447037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_stop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004" y="1994535"/>
            <a:ext cx="658368" cy="658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43676" y="1728216"/>
            <a:ext cx="3020263" cy="11910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F3A52"/>
                </a:solidFill>
              </a:rPr>
              <a:t>Three 80-second windows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B3A45"/>
                </a:solidFill>
              </a:rPr>
              <a:t>Measured at the start, middle, and end of each drive — 131 of 133 drives qualified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9125" y="3248406"/>
            <a:ext cx="4154119" cy="1447037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_i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" y="3642740"/>
            <a:ext cx="658368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8389" y="3376422"/>
            <a:ext cx="3020263" cy="11910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F3A52"/>
                </a:solidFill>
              </a:rPr>
              <a:t>Key measure: wobble change (IQR)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B3A45"/>
                </a:solidFill>
              </a:rPr>
              <a:t>The change in steering “wobble” from the first to the last window of a drive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74412" y="3248406"/>
            <a:ext cx="4154119" cy="1447037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004" y="3642740"/>
            <a:ext cx="658368" cy="658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43676" y="3376422"/>
            <a:ext cx="3020263" cy="11910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F3A52"/>
                </a:solidFill>
              </a:rPr>
              <a:t>Compared to each rider’s own baseline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B3A45"/>
                </a:solidFill>
              </a:rPr>
              <a:t>A model separates “this rider generally” from “this drive, for this rider”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1125"/>
              <a:t>Steering deflection is the angle between where the handlebar points and where the bike frame points.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What “steering wobble” means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 wrap="square"/>
          <a:lstStyle/>
          <a:p>
            <a:pPr marL="192881" indent="-192881">
              <a:spcAft>
                <a:spcPts val="750"/>
              </a:spcAft>
              <a:buFont typeface="Arial"/>
              <a:buChar char="•"/>
            </a:pPr>
            <a:r>
              <a:rPr sz="1125"/>
              <a:t>0° means the handlebars are aligned with the frame — riding straight, no correction</a:t>
            </a:r>
          </a:p>
          <a:p>
            <a:pPr marL="192881" indent="-192881">
              <a:spcAft>
                <a:spcPts val="750"/>
              </a:spcAft>
              <a:buFont typeface="Arial"/>
              <a:buChar char="•"/>
            </a:pPr>
            <a:r>
              <a:rPr sz="1125"/>
              <a:t>A larger angle means the rider is actively correcting — this is what we call “wobble”</a:t>
            </a:r>
          </a:p>
          <a:p>
            <a:pPr marL="192881" indent="-192881">
              <a:spcAft>
                <a:spcPts val="750"/>
              </a:spcAft>
              <a:buFont typeface="Arial"/>
              <a:buChar char="•"/>
            </a:pPr>
            <a:r>
              <a:rPr sz="1125"/>
              <a:t>It only measures the rider’s own steering, independent of which way the route itself turns</a:t>
            </a:r>
          </a:p>
          <a:p>
            <a:pPr marL="192881" indent="-192881">
              <a:spcAft>
                <a:spcPts val="750"/>
              </a:spcAft>
              <a:buFont typeface="Arial"/>
              <a:buChar char="•"/>
            </a:pPr>
            <a:r>
              <a:rPr sz="1125"/>
              <a:t>We summarise wobble using a statistic (IQR) that reflects typical side-to-side correction, ignoring rare one-off jerks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1F23A-1785-A8B3-86FF-5241EEC8624F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bg2"/>
                </a:solidFill>
                <a:latin typeface="+mn-lt"/>
              </a:rPr>
              <a:t>Methodology · RQ2</a:t>
            </a:r>
          </a:p>
        </p:txBody>
      </p:sp>
      <p:pic>
        <p:nvPicPr>
          <p:cNvPr id="9" name="Picture 8" descr="diagram_steering_def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463" y="2148840"/>
            <a:ext cx="2417865" cy="22268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09395" y="4421431"/>
            <a:ext cx="6858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6E6E6E"/>
                </a:solidFill>
              </a:rPr>
              <a:t>Steering deflection = angle between handlebar and frame heading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Comparing rides of different lengths fairly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r>
              <a:rPr sz="1125"/>
              <a:t>Ride lengths varied a lot between the two collection rounds — so wobble is measured in the same fixed 80-second window near the start and end of every ride, whatever its total length.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1F23A-1785-A8B3-86FF-5241EEC8624F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bg2"/>
                </a:solidFill>
                <a:latin typeface="+mn-lt"/>
              </a:rPr>
              <a:t>Methodology · RQ2</a:t>
            </a:r>
          </a:p>
        </p:txBody>
      </p:sp>
      <p:pic>
        <p:nvPicPr>
          <p:cNvPr id="9" name="Picture 8" descr="diagram_80s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827" y="2133600"/>
            <a:ext cx="5706345" cy="26898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2999" y="4869180"/>
            <a:ext cx="6858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6E6E6E"/>
                </a:solidFill>
              </a:rPr>
              <a:t>Same 80-second window regardless of ride length — 131 of 133 drives qualified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0D545-0A8A-6100-D993-ED8A3B65C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title">
            <a:extLst>
              <a:ext uri="{FF2B5EF4-FFF2-40B4-BE49-F238E27FC236}">
                <a16:creationId xmlns:a16="http://schemas.microsoft.com/office/drawing/2014/main" id="{DDECB781-C313-737A-4E98-768C3F287BE3}"/>
              </a:ext>
            </a:extLst>
          </p:cNvPr>
          <p:cNvSpPr>
            <a:spLocks noGrp="1"/>
          </p:cNvSpPr>
          <p:nvPr/>
        </p:nvSpPr>
        <p:spPr>
          <a:xfrm>
            <a:off x="699713" y="2173159"/>
            <a:ext cx="2862471" cy="7007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29252-F45C-0731-4FF2-A7266738D7EE}"/>
              </a:ext>
            </a:extLst>
          </p:cNvPr>
          <p:cNvSpPr txBox="1"/>
          <p:nvPr/>
        </p:nvSpPr>
        <p:spPr>
          <a:xfrm>
            <a:off x="5060623" y="2376326"/>
            <a:ext cx="45720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Descriptive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257175" indent="-257175">
              <a:spcAft>
                <a:spcPts val="1000"/>
              </a:spcAft>
              <a:buFont typeface="Arial"/>
              <a:buChar char="•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RQ1 · Conclusion &amp; Discussion</a:t>
            </a:r>
          </a:p>
          <a:p>
            <a:pPr marL="257175" lvl="0" indent="-257175">
              <a:spcAft>
                <a:spcPts val="1000"/>
              </a:spcAft>
              <a:buFont typeface="Arial"/>
              <a:buChar char="•"/>
              <a:defRPr/>
            </a:pPr>
            <a:r>
              <a:rPr lang="en-US" sz="1400" b="1" dirty="0">
                <a:solidFill>
                  <a:schemeClr val="bg1"/>
                </a:solidFill>
              </a:rPr>
              <a:t>RQ2</a:t>
            </a:r>
            <a:r>
              <a:rPr lang="en-US" altLang="zh-CN" sz="1400" b="1" dirty="0">
                <a:solidFill>
                  <a:schemeClr val="bg1"/>
                </a:solidFill>
              </a:rPr>
              <a:t> · Conclusion &amp; Discussion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060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B8A9-FDC8-F636-94CD-6AE524E0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CC5544-DFA4-FD2A-35ED-2575DD05B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74934" y="4854985"/>
            <a:ext cx="2052000" cy="273844"/>
          </a:xfrm>
        </p:spPr>
        <p:txBody>
          <a:bodyPr vert="horz" lIns="0" tIns="45720" rIns="0" bIns="45720" rtlCol="0" anchor="ctr"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08CF34-AF59-D52F-AF6D-AE185620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2" y="745757"/>
            <a:ext cx="8508999" cy="243143"/>
          </a:xfrm>
        </p:spPr>
        <p:txBody>
          <a:bodyPr/>
          <a:lstStyle/>
          <a:p>
            <a:r>
              <a:rPr lang="en-US" sz="2400"/>
              <a:t>The data at a glance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17048-C966-8576-5AE7-C7B2372D0A5B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</a:rPr>
              <a:t>Result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</a:rPr>
              <a:t> ·</a:t>
            </a: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</a:rPr>
              <a:t> </a:t>
            </a:r>
            <a:r>
              <a: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</a:rPr>
              <a:t>Descriptive</a:t>
            </a: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</a:rPr>
              <a:t> </a:t>
            </a:r>
            <a:r>
              <a: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</a:rPr>
              <a:t>results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65BD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9125" y="1712214"/>
            <a:ext cx="2726740" cy="1051560"/>
          </a:xfrm>
          <a:prstGeom prst="roundRect">
            <a:avLst>
              <a:gd name="adj" fmla="val 12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0565" y="1785366"/>
            <a:ext cx="2543860" cy="905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</a:rPr>
              <a:t>48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CFDAE3"/>
                </a:solidFill>
              </a:rPr>
              <a:t>Participants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0458" y="1712214"/>
            <a:ext cx="2726740" cy="1051560"/>
          </a:xfrm>
          <a:prstGeom prst="roundRect">
            <a:avLst>
              <a:gd name="adj" fmla="val 12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1898" y="1785366"/>
            <a:ext cx="2543860" cy="905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</a:rPr>
              <a:t>133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CFDAE3"/>
                </a:solidFill>
              </a:rPr>
              <a:t>Drives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1791" y="1712214"/>
            <a:ext cx="2726740" cy="1051560"/>
          </a:xfrm>
          <a:prstGeom prst="roundRect">
            <a:avLst>
              <a:gd name="adj" fmla="val 12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3231" y="1785366"/>
            <a:ext cx="2543860" cy="905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</a:rPr>
              <a:t>7.2 m/s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CFDAE3"/>
                </a:solidFill>
              </a:rPr>
              <a:t>Avg. riding speed (cap ≈ 7.5 m/s)</a:t>
            </a:r>
          </a:p>
        </p:txBody>
      </p:sp>
      <p:pic>
        <p:nvPicPr>
          <p:cNvPr id="13" name="Picture 12" descr="chart_mis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90" y="3083814"/>
            <a:ext cx="3518807" cy="914400"/>
          </a:xfrm>
          <a:prstGeom prst="rect">
            <a:avLst/>
          </a:prstGeom>
        </p:spPr>
      </p:pic>
      <p:pic>
        <p:nvPicPr>
          <p:cNvPr id="14" name="Picture 13" descr="chart_between_wi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538" y="3083814"/>
            <a:ext cx="4245428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9125" y="4162806"/>
            <a:ext cx="85094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3A52"/>
                </a:solidFill>
              </a:rPr>
              <a:t>→ RQ2 always compares a rider against their own average, not against other riders.</a:t>
            </a:r>
          </a:p>
        </p:txBody>
      </p:sp>
    </p:spTree>
    <p:extLst>
      <p:ext uri="{BB962C8B-B14F-4D97-AF65-F5344CB8AC3E}">
        <p14:creationId xmlns:p14="http://schemas.microsoft.com/office/powerpoint/2010/main" val="2914415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FAE07-7071-F64A-065E-C2E5E958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AB79C90-B1FE-8340-A76F-E0C4E7CB713F}"/>
              </a:ext>
            </a:extLst>
          </p:cNvPr>
          <p:cNvSpPr/>
          <p:nvPr/>
        </p:nvSpPr>
        <p:spPr>
          <a:xfrm>
            <a:off x="4608360" y="1502965"/>
            <a:ext cx="4305321" cy="2231354"/>
          </a:xfrm>
          <a:prstGeom prst="roundRect">
            <a:avLst>
              <a:gd name="adj" fmla="val 603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0B04BD1-057E-5FB8-9544-FEFC2C033D2F}"/>
              </a:ext>
            </a:extLst>
          </p:cNvPr>
          <p:cNvSpPr/>
          <p:nvPr/>
        </p:nvSpPr>
        <p:spPr>
          <a:xfrm>
            <a:off x="248129" y="1502965"/>
            <a:ext cx="4297594" cy="2231354"/>
          </a:xfrm>
          <a:prstGeom prst="roundRect">
            <a:avLst>
              <a:gd name="adj" fmla="val 603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CEC3-433E-CC86-CD52-CC512D0555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>
                <a:solidFill>
                  <a:schemeClr val="tx2"/>
                </a:solidFill>
              </a:rPr>
              <a:pPr/>
              <a:t>19</a:t>
            </a:fld>
            <a:endParaRPr lang="de-DE">
              <a:solidFill>
                <a:schemeClr val="tx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38AEDE-42E6-FA6A-DD64-99FB7708B70C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000">
                <a:solidFill>
                  <a:schemeClr val="bg2"/>
                </a:solidFill>
              </a:rPr>
              <a:t>Result</a:t>
            </a:r>
            <a:r>
              <a:rPr lang="en-US" sz="1000">
                <a:solidFill>
                  <a:schemeClr val="bg2"/>
                </a:solidFill>
              </a:rPr>
              <a:t> ·</a:t>
            </a:r>
            <a:r>
              <a:rPr lang="zh-CN" altLang="en-US" sz="1000">
                <a:solidFill>
                  <a:schemeClr val="bg2"/>
                </a:solidFill>
              </a:rPr>
              <a:t> </a:t>
            </a:r>
            <a:r>
              <a:rPr lang="en-US" altLang="zh-CN" sz="1000">
                <a:solidFill>
                  <a:schemeClr val="bg2"/>
                </a:solidFill>
              </a:rPr>
              <a:t>RQ1</a:t>
            </a:r>
            <a:r>
              <a:rPr lang="en-US" sz="1000">
                <a:solidFill>
                  <a:schemeClr val="bg2"/>
                </a:solidFill>
              </a:rPr>
              <a:t> ·</a:t>
            </a:r>
            <a:r>
              <a:rPr lang="zh-CN" altLang="en-US" sz="1000">
                <a:solidFill>
                  <a:schemeClr val="bg2"/>
                </a:solidFill>
              </a:rPr>
              <a:t> </a:t>
            </a:r>
            <a:r>
              <a:rPr lang="en-US" altLang="zh-CN" sz="1000">
                <a:solidFill>
                  <a:schemeClr val="bg2"/>
                </a:solidFill>
              </a:rPr>
              <a:t>Speed</a:t>
            </a:r>
            <a:r>
              <a:rPr lang="zh-CN" altLang="en-US" sz="1000">
                <a:solidFill>
                  <a:schemeClr val="bg2"/>
                </a:solidFill>
              </a:rPr>
              <a:t> </a:t>
            </a:r>
            <a:r>
              <a:rPr lang="en-US" altLang="zh-CN" sz="1000">
                <a:solidFill>
                  <a:schemeClr val="bg2"/>
                </a:solidFill>
              </a:rPr>
              <a:t>profiles</a:t>
            </a:r>
            <a:endParaRPr lang="en-US" sz="100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A8B9E9-C648-62D1-6979-ADB6973288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6493" r="1" b="5574"/>
          <a:stretch>
            <a:fillRect/>
          </a:stretch>
        </p:blipFill>
        <p:spPr bwMode="auto">
          <a:xfrm>
            <a:off x="4643546" y="2356611"/>
            <a:ext cx="4368591" cy="20889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C71C185-807F-4817-C8E6-5EB8486A2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197455"/>
              </p:ext>
            </p:extLst>
          </p:nvPr>
        </p:nvGraphicFramePr>
        <p:xfrm>
          <a:off x="314547" y="1810137"/>
          <a:ext cx="4164758" cy="180589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397586">
                  <a:extLst>
                    <a:ext uri="{9D8B030D-6E8A-4147-A177-3AD203B41FA5}">
                      <a16:colId xmlns:a16="http://schemas.microsoft.com/office/drawing/2014/main" val="4083403311"/>
                    </a:ext>
                  </a:extLst>
                </a:gridCol>
                <a:gridCol w="485754">
                  <a:extLst>
                    <a:ext uri="{9D8B030D-6E8A-4147-A177-3AD203B41FA5}">
                      <a16:colId xmlns:a16="http://schemas.microsoft.com/office/drawing/2014/main" val="2330685712"/>
                    </a:ext>
                  </a:extLst>
                </a:gridCol>
                <a:gridCol w="543881">
                  <a:extLst>
                    <a:ext uri="{9D8B030D-6E8A-4147-A177-3AD203B41FA5}">
                      <a16:colId xmlns:a16="http://schemas.microsoft.com/office/drawing/2014/main" val="589998108"/>
                    </a:ext>
                  </a:extLst>
                </a:gridCol>
                <a:gridCol w="910297">
                  <a:extLst>
                    <a:ext uri="{9D8B030D-6E8A-4147-A177-3AD203B41FA5}">
                      <a16:colId xmlns:a16="http://schemas.microsoft.com/office/drawing/2014/main" val="751993624"/>
                    </a:ext>
                  </a:extLst>
                </a:gridCol>
                <a:gridCol w="959063">
                  <a:extLst>
                    <a:ext uri="{9D8B030D-6E8A-4147-A177-3AD203B41FA5}">
                      <a16:colId xmlns:a16="http://schemas.microsoft.com/office/drawing/2014/main" val="3707785350"/>
                    </a:ext>
                  </a:extLst>
                </a:gridCol>
                <a:gridCol w="868177">
                  <a:extLst>
                    <a:ext uri="{9D8B030D-6E8A-4147-A177-3AD203B41FA5}">
                      <a16:colId xmlns:a16="http://schemas.microsoft.com/office/drawing/2014/main" val="3670240775"/>
                    </a:ext>
                  </a:extLst>
                </a:gridCol>
              </a:tblGrid>
              <a:tr h="67914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Stop</a:t>
                      </a:r>
                      <a:endParaRPr lang="en-US" sz="9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HMI</a:t>
                      </a:r>
                      <a:r>
                        <a:rPr lang="en-US" altLang="zh-CN" sz="1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-type</a:t>
                      </a:r>
                      <a:endParaRPr lang="en-US" sz="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Event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US" altLang="zh-CN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No.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Pre-HMI speed, Mean (SD), m/s</a:t>
                      </a:r>
                      <a:endParaRPr lang="en-US" sz="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Post-HMI speed, Mean (SD), m/s</a:t>
                      </a:r>
                      <a:endParaRPr lang="en-US" sz="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Change, Mean (SD), m/s</a:t>
                      </a:r>
                      <a:endParaRPr lang="en-US" sz="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806902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05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Bus</a:t>
                      </a:r>
                      <a:endParaRPr lang="en-US" sz="105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6.906 (1.376)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3.828 (2.524)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−3.078 (2.567)</a:t>
                      </a:r>
                      <a:endParaRPr lang="en-US" sz="9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135478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05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Infra</a:t>
                      </a:r>
                      <a:endParaRPr lang="en-US" sz="105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7.373 (0.616)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7.268 (0.973)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−0.105 (0.689)</a:t>
                      </a:r>
                      <a:endParaRPr lang="en-US" sz="9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919601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05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Bus</a:t>
                      </a:r>
                      <a:endParaRPr lang="en-US" sz="105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7.497 (0.051)</a:t>
                      </a:r>
                      <a:endParaRPr lang="en-US" sz="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6.504 (1.659)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−0.993 (1.656)</a:t>
                      </a:r>
                      <a:endParaRPr lang="en-US" sz="9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331822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05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Infra</a:t>
                      </a:r>
                      <a:endParaRPr lang="en-US" sz="105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endParaRPr lang="en-US" sz="1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7.375 (0.497)</a:t>
                      </a:r>
                      <a:endParaRPr lang="en-US" sz="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9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7.440 (0.343)</a:t>
                      </a:r>
                      <a:endParaRPr lang="en-US" sz="1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+0.065 (0.603)</a:t>
                      </a:r>
                      <a:endParaRPr lang="en-US" sz="9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44928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B77711C-6010-BE13-BB70-9F598D038F5A}"/>
              </a:ext>
            </a:extLst>
          </p:cNvPr>
          <p:cNvSpPr txBox="1"/>
          <p:nvPr/>
        </p:nvSpPr>
        <p:spPr>
          <a:xfrm>
            <a:off x="454254" y="662755"/>
            <a:ext cx="7647721" cy="5379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>
                <a:latin typeface="+mn-lt"/>
              </a:rPr>
              <a:t>Speed</a:t>
            </a:r>
            <a:r>
              <a:rPr lang="zh-CN" altLang="en-US" sz="1600" dirty="0">
                <a:latin typeface="+mn-lt"/>
              </a:rPr>
              <a:t> </a:t>
            </a:r>
            <a:r>
              <a:rPr lang="en-US" altLang="zh-CN" sz="1600" dirty="0">
                <a:latin typeface="+mn-lt"/>
              </a:rPr>
              <a:t>around</a:t>
            </a:r>
            <a:r>
              <a:rPr lang="zh-CN" altLang="en-US" sz="1600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Bus</a:t>
            </a:r>
            <a:r>
              <a:rPr lang="en-US" altLang="zh-CN" sz="1600" dirty="0">
                <a:latin typeface="+mn-lt"/>
              </a:rPr>
              <a:t>-</a:t>
            </a:r>
            <a:r>
              <a:rPr lang="en-US" sz="1600" dirty="0">
                <a:latin typeface="+mn-lt"/>
              </a:rPr>
              <a:t>HMI followed by a clear slowdown; </a:t>
            </a: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+mn-lt"/>
              </a:rPr>
              <a:t>Speed</a:t>
            </a:r>
            <a:r>
              <a:rPr lang="zh-CN" altLang="en-US" sz="1600" dirty="0">
                <a:latin typeface="+mn-lt"/>
              </a:rPr>
              <a:t> </a:t>
            </a:r>
            <a:r>
              <a:rPr lang="en-US" altLang="zh-CN" sz="1600" dirty="0">
                <a:latin typeface="+mn-lt"/>
              </a:rPr>
              <a:t>around</a:t>
            </a:r>
            <a:r>
              <a:rPr lang="zh-CN" altLang="en-US" sz="1600" dirty="0">
                <a:latin typeface="+mn-lt"/>
              </a:rPr>
              <a:t> </a:t>
            </a:r>
            <a:r>
              <a:rPr lang="en-US" altLang="zh-CN" sz="1600" dirty="0">
                <a:latin typeface="+mn-lt"/>
              </a:rPr>
              <a:t>i</a:t>
            </a:r>
            <a:r>
              <a:rPr lang="en-US" sz="1600" dirty="0">
                <a:latin typeface="+mn-lt"/>
              </a:rPr>
              <a:t>nfra</a:t>
            </a:r>
            <a:r>
              <a:rPr lang="en-US" altLang="zh-CN" sz="1600" dirty="0">
                <a:latin typeface="+mn-lt"/>
              </a:rPr>
              <a:t>-</a:t>
            </a:r>
            <a:r>
              <a:rPr lang="en-US" sz="1600" dirty="0">
                <a:latin typeface="+mn-lt"/>
              </a:rPr>
              <a:t>HMI remains near the speed </a:t>
            </a:r>
            <a:r>
              <a:rPr lang="en-US" altLang="zh-CN" sz="1600" dirty="0">
                <a:latin typeface="+mn-lt"/>
              </a:rPr>
              <a:t>limit</a:t>
            </a:r>
            <a:r>
              <a:rPr lang="zh-CN" altLang="en-US" sz="1600" dirty="0">
                <a:latin typeface="+mn-lt"/>
              </a:rPr>
              <a:t> </a:t>
            </a:r>
            <a:r>
              <a:rPr lang="en-US" altLang="zh-CN" sz="1600" dirty="0">
                <a:latin typeface="+mn-lt"/>
              </a:rPr>
              <a:t>(7.5</a:t>
            </a:r>
            <a:r>
              <a:rPr lang="zh-CN" altLang="en-US" sz="1600" dirty="0">
                <a:latin typeface="+mn-lt"/>
              </a:rPr>
              <a:t> </a:t>
            </a:r>
            <a:r>
              <a:rPr lang="en-US" altLang="zh-CN" sz="1600" dirty="0">
                <a:latin typeface="+mn-lt"/>
              </a:rPr>
              <a:t>m/s)</a:t>
            </a:r>
            <a:endParaRPr lang="en-US" sz="16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822E3F-8307-B5BE-4D26-EA50FA85B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963" y="1433491"/>
            <a:ext cx="2067888" cy="9190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43BDF6-519D-627B-D4A6-37D8EFDE7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308" y="1433491"/>
            <a:ext cx="1631894" cy="919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911B40-FB17-80FE-E7B9-FA521EB25DD5}"/>
              </a:ext>
            </a:extLst>
          </p:cNvPr>
          <p:cNvSpPr txBox="1"/>
          <p:nvPr/>
        </p:nvSpPr>
        <p:spPr>
          <a:xfrm>
            <a:off x="5448615" y="2455932"/>
            <a:ext cx="597005" cy="19293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200" b="1" dirty="0">
                <a:latin typeface="+mn-lt"/>
              </a:rPr>
              <a:t>Stop</a:t>
            </a:r>
            <a:r>
              <a:rPr lang="zh-CN" altLang="en-US" sz="1200" b="1" dirty="0">
                <a:latin typeface="+mn-lt"/>
              </a:rPr>
              <a:t> </a:t>
            </a:r>
            <a:r>
              <a:rPr lang="en-US" altLang="zh-CN" sz="1200" b="1" dirty="0">
                <a:latin typeface="+mn-lt"/>
              </a:rPr>
              <a:t>5</a:t>
            </a:r>
            <a:endParaRPr lang="en-US" sz="1200" b="1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7CA6C7-E5CD-0C62-9FA4-9FAD90880F75}"/>
              </a:ext>
            </a:extLst>
          </p:cNvPr>
          <p:cNvSpPr txBox="1"/>
          <p:nvPr/>
        </p:nvSpPr>
        <p:spPr>
          <a:xfrm>
            <a:off x="7588097" y="2455932"/>
            <a:ext cx="1027756" cy="19293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200" b="1" dirty="0">
                <a:latin typeface="+mn-lt"/>
              </a:rPr>
              <a:t>Stop</a:t>
            </a:r>
            <a:r>
              <a:rPr lang="zh-CN" altLang="en-US" sz="1200" b="1" dirty="0">
                <a:latin typeface="+mn-lt"/>
              </a:rPr>
              <a:t> </a:t>
            </a:r>
            <a:r>
              <a:rPr lang="en-US" altLang="zh-CN" sz="1200" b="1" dirty="0">
                <a:latin typeface="+mn-lt"/>
              </a:rPr>
              <a:t>6</a:t>
            </a:r>
            <a:endParaRPr lang="en-US" sz="1200" b="1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53E415-7EE5-12C2-29CE-8F87286B47C6}"/>
              </a:ext>
            </a:extLst>
          </p:cNvPr>
          <p:cNvSpPr txBox="1"/>
          <p:nvPr/>
        </p:nvSpPr>
        <p:spPr>
          <a:xfrm>
            <a:off x="4800601" y="4473346"/>
            <a:ext cx="4512366" cy="1769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 dirty="0" err="1">
                <a:latin typeface="+mn-lt"/>
              </a:rPr>
              <a:t>Visulisation</a:t>
            </a:r>
            <a:r>
              <a:rPr lang="zh-CN" altLang="en-US" sz="1100" dirty="0">
                <a:latin typeface="+mn-lt"/>
              </a:rPr>
              <a:t> </a:t>
            </a:r>
            <a:r>
              <a:rPr lang="en-US" altLang="zh-CN" sz="1100" dirty="0">
                <a:latin typeface="+mn-lt"/>
              </a:rPr>
              <a:t>of</a:t>
            </a:r>
            <a:r>
              <a:rPr lang="zh-CN" altLang="en-US" sz="1100" dirty="0">
                <a:latin typeface="+mn-lt"/>
              </a:rPr>
              <a:t> </a:t>
            </a:r>
            <a:r>
              <a:rPr lang="en-US" altLang="zh-CN" sz="1100" dirty="0">
                <a:latin typeface="+mn-lt"/>
              </a:rPr>
              <a:t>mean</a:t>
            </a:r>
            <a:r>
              <a:rPr lang="zh-CN" altLang="en-US" sz="1100" dirty="0">
                <a:latin typeface="+mn-lt"/>
              </a:rPr>
              <a:t> </a:t>
            </a:r>
            <a:r>
              <a:rPr lang="en-US" altLang="zh-CN" sz="1100" dirty="0">
                <a:latin typeface="+mn-lt"/>
              </a:rPr>
              <a:t>speed</a:t>
            </a:r>
            <a:r>
              <a:rPr lang="zh-CN" altLang="en-US" sz="1100" dirty="0">
                <a:latin typeface="+mn-lt"/>
              </a:rPr>
              <a:t> </a:t>
            </a:r>
            <a:r>
              <a:rPr lang="en-US" altLang="zh-CN" sz="1100" dirty="0">
                <a:latin typeface="+mn-lt"/>
              </a:rPr>
              <a:t>using</a:t>
            </a:r>
            <a:r>
              <a:rPr lang="zh-CN" altLang="en-US" sz="1100" dirty="0">
                <a:latin typeface="+mn-lt"/>
              </a:rPr>
              <a:t> </a:t>
            </a:r>
            <a:r>
              <a:rPr lang="en-US" altLang="zh-CN" sz="1100" dirty="0">
                <a:latin typeface="+mn-lt"/>
              </a:rPr>
              <a:t>0.5s</a:t>
            </a:r>
            <a:r>
              <a:rPr lang="zh-CN" altLang="en-US" sz="1100" dirty="0">
                <a:latin typeface="+mn-lt"/>
              </a:rPr>
              <a:t> </a:t>
            </a:r>
            <a:r>
              <a:rPr lang="en-US" altLang="zh-CN" sz="1100" dirty="0">
                <a:latin typeface="+mn-lt"/>
              </a:rPr>
              <a:t>interval</a:t>
            </a:r>
            <a:endParaRPr lang="en-US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6195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AB7D8-FA45-94A0-457C-2733C9FD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A66A666-BA6E-4C25-1F13-5F76DEDE8078}"/>
              </a:ext>
            </a:extLst>
          </p:cNvPr>
          <p:cNvSpPr/>
          <p:nvPr/>
        </p:nvSpPr>
        <p:spPr>
          <a:xfrm>
            <a:off x="423949" y="1825735"/>
            <a:ext cx="5012575" cy="2678289"/>
          </a:xfrm>
          <a:prstGeom prst="roundRect">
            <a:avLst>
              <a:gd name="adj" fmla="val 94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9119C-0386-479D-90A7-81D1BEB43F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>
                <a:solidFill>
                  <a:schemeClr val="bg1"/>
                </a:solidFill>
              </a:rPr>
              <a:pPr/>
              <a:t>20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4C62B7-FC9A-17C5-4263-AC42ACA9D51F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Result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·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RQ1 · Mixed-effects</a:t>
            </a:r>
            <a:r>
              <a:rPr lang="zh-CN" altLang="en-US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model</a:t>
            </a:r>
            <a:endParaRPr lang="en-US" sz="100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DB2AC70-8A98-8317-7218-FF7BBF5AC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065622"/>
              </p:ext>
            </p:extLst>
          </p:nvPr>
        </p:nvGraphicFramePr>
        <p:xfrm>
          <a:off x="578945" y="1924129"/>
          <a:ext cx="4710402" cy="246958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371767">
                  <a:extLst>
                    <a:ext uri="{9D8B030D-6E8A-4147-A177-3AD203B41FA5}">
                      <a16:colId xmlns:a16="http://schemas.microsoft.com/office/drawing/2014/main" val="3502602318"/>
                    </a:ext>
                  </a:extLst>
                </a:gridCol>
                <a:gridCol w="540377">
                  <a:extLst>
                    <a:ext uri="{9D8B030D-6E8A-4147-A177-3AD203B41FA5}">
                      <a16:colId xmlns:a16="http://schemas.microsoft.com/office/drawing/2014/main" val="153045778"/>
                    </a:ext>
                  </a:extLst>
                </a:gridCol>
                <a:gridCol w="602762">
                  <a:extLst>
                    <a:ext uri="{9D8B030D-6E8A-4147-A177-3AD203B41FA5}">
                      <a16:colId xmlns:a16="http://schemas.microsoft.com/office/drawing/2014/main" val="443745604"/>
                    </a:ext>
                  </a:extLst>
                </a:gridCol>
                <a:gridCol w="643543">
                  <a:extLst>
                    <a:ext uri="{9D8B030D-6E8A-4147-A177-3AD203B41FA5}">
                      <a16:colId xmlns:a16="http://schemas.microsoft.com/office/drawing/2014/main" val="207176890"/>
                    </a:ext>
                  </a:extLst>
                </a:gridCol>
                <a:gridCol w="525925">
                  <a:extLst>
                    <a:ext uri="{9D8B030D-6E8A-4147-A177-3AD203B41FA5}">
                      <a16:colId xmlns:a16="http://schemas.microsoft.com/office/drawing/2014/main" val="81159245"/>
                    </a:ext>
                  </a:extLst>
                </a:gridCol>
                <a:gridCol w="513014">
                  <a:extLst>
                    <a:ext uri="{9D8B030D-6E8A-4147-A177-3AD203B41FA5}">
                      <a16:colId xmlns:a16="http://schemas.microsoft.com/office/drawing/2014/main" val="759405380"/>
                    </a:ext>
                  </a:extLst>
                </a:gridCol>
                <a:gridCol w="513014">
                  <a:extLst>
                    <a:ext uri="{9D8B030D-6E8A-4147-A177-3AD203B41FA5}">
                      <a16:colId xmlns:a16="http://schemas.microsoft.com/office/drawing/2014/main" val="1515030482"/>
                    </a:ext>
                  </a:extLst>
                </a:gridCol>
              </a:tblGrid>
              <a:tr h="4068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Fixed effect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Coef.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1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Std.Err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0.025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0.975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525526"/>
                  </a:ext>
                </a:extLst>
              </a:tr>
              <a:tr h="35319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7.047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0.153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46.155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&lt;.001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6.747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7.346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3449996"/>
                  </a:ext>
                </a:extLst>
              </a:tr>
              <a:tr h="4383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Period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-0.020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0.176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-0.114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0.909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-0.366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0.326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7302980"/>
                  </a:ext>
                </a:extLst>
              </a:tr>
              <a:tr h="4383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HMI-type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-0.183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0.202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-0.907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0.364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-0.578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0.212</a:t>
                      </a:r>
                      <a:endParaRPr lang="en-US" sz="11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0551766"/>
                  </a:ext>
                </a:extLst>
              </a:tr>
              <a:tr h="4383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0.682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0.139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4.920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&lt;.001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0.410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0.953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2375142"/>
                  </a:ext>
                </a:extLst>
              </a:tr>
              <a:tr h="394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-2.058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0.284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-7.239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&lt;.001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-2.615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1100"/>
                        </a:spcBef>
                        <a:buNone/>
                        <a:tabLst>
                          <a:tab pos="540385" algn="l"/>
                        </a:tabLst>
                      </a:pPr>
                      <a:r>
                        <a:rPr lang="en-GB" sz="1100" b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-1.501</a:t>
                      </a:r>
                      <a:endParaRPr lang="en-US" sz="1100" b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318642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1A83980B-7AF7-63EF-984D-FD60AD4AE904}"/>
              </a:ext>
            </a:extLst>
          </p:cNvPr>
          <p:cNvGrpSpPr/>
          <p:nvPr/>
        </p:nvGrpSpPr>
        <p:grpSpPr>
          <a:xfrm>
            <a:off x="803669" y="2410746"/>
            <a:ext cx="925657" cy="259534"/>
            <a:chOff x="1062168" y="2385391"/>
            <a:chExt cx="925657" cy="259534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CAB26CBD-F51A-254C-8233-8F188CCDAFF7}"/>
                </a:ext>
              </a:extLst>
            </p:cNvPr>
            <p:cNvSpPr/>
            <p:nvPr/>
          </p:nvSpPr>
          <p:spPr>
            <a:xfrm>
              <a:off x="1062168" y="2385391"/>
              <a:ext cx="925657" cy="25953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85A53F5-76A5-DAE3-65B1-4521D25C4F02}"/>
                </a:ext>
              </a:extLst>
            </p:cNvPr>
            <p:cNvSpPr txBox="1"/>
            <p:nvPr/>
          </p:nvSpPr>
          <p:spPr>
            <a:xfrm>
              <a:off x="1240917" y="2406262"/>
              <a:ext cx="746908" cy="198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Intercept</a:t>
              </a:r>
              <a:endPara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954AD07-9B88-D08B-BAB2-3F57036925EA}"/>
              </a:ext>
            </a:extLst>
          </p:cNvPr>
          <p:cNvGrpSpPr/>
          <p:nvPr/>
        </p:nvGrpSpPr>
        <p:grpSpPr>
          <a:xfrm>
            <a:off x="893042" y="3643938"/>
            <a:ext cx="746910" cy="259534"/>
            <a:chOff x="1151541" y="2691335"/>
            <a:chExt cx="746910" cy="259534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33B24143-1182-C311-7BFF-5D0C5276B27C}"/>
                </a:ext>
              </a:extLst>
            </p:cNvPr>
            <p:cNvSpPr/>
            <p:nvPr/>
          </p:nvSpPr>
          <p:spPr>
            <a:xfrm>
              <a:off x="1151541" y="2691335"/>
              <a:ext cx="746910" cy="25953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1010DB-D9E9-0533-895F-4D50BCB3B065}"/>
                </a:ext>
              </a:extLst>
            </p:cNvPr>
            <p:cNvSpPr txBox="1"/>
            <p:nvPr/>
          </p:nvSpPr>
          <p:spPr>
            <a:xfrm>
              <a:off x="1151542" y="2705333"/>
              <a:ext cx="746908" cy="198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Station</a:t>
              </a:r>
              <a:endPara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5BEDCAB-1DC1-C171-CD4A-A0C545244998}"/>
              </a:ext>
            </a:extLst>
          </p:cNvPr>
          <p:cNvGrpSpPr/>
          <p:nvPr/>
        </p:nvGrpSpPr>
        <p:grpSpPr>
          <a:xfrm>
            <a:off x="578945" y="4045535"/>
            <a:ext cx="1375104" cy="275401"/>
            <a:chOff x="839366" y="3083856"/>
            <a:chExt cx="1375104" cy="275401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359C91E-A315-FE5F-91F6-DBE497FBAD4A}"/>
                </a:ext>
              </a:extLst>
            </p:cNvPr>
            <p:cNvSpPr/>
            <p:nvPr/>
          </p:nvSpPr>
          <p:spPr>
            <a:xfrm>
              <a:off x="839366" y="3083856"/>
              <a:ext cx="1375104" cy="27540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726779-50C2-6D7B-647C-0510D0BE2474}"/>
                </a:ext>
              </a:extLst>
            </p:cNvPr>
            <p:cNvSpPr txBox="1"/>
            <p:nvPr/>
          </p:nvSpPr>
          <p:spPr>
            <a:xfrm>
              <a:off x="878058" y="3108449"/>
              <a:ext cx="1321572" cy="198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2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Period × HMI-type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8A38399-8833-096F-D3C8-121118062642}"/>
              </a:ext>
            </a:extLst>
          </p:cNvPr>
          <p:cNvSpPr txBox="1"/>
          <p:nvPr/>
        </p:nvSpPr>
        <p:spPr>
          <a:xfrm>
            <a:off x="5689101" y="1891469"/>
            <a:ext cx="305486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Cyclists maintained a higher mean speed around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bus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stop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at protected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bake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lane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(Stop 6) than at road-side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stop</a:t>
            </a:r>
            <a:r>
              <a:rPr lang="zh-CN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+mn-lt"/>
              </a:rPr>
              <a:t>(Stop 5)</a:t>
            </a:r>
            <a:br>
              <a:rPr lang="en-US" sz="1200" i="1" dirty="0">
                <a:solidFill>
                  <a:schemeClr val="bg1"/>
                </a:solidFill>
                <a:latin typeface="+mn-lt"/>
              </a:rPr>
            </a:br>
            <a:r>
              <a:rPr lang="en-US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(Station effect: </a:t>
            </a:r>
            <a:r>
              <a:rPr lang="el-GR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β = +0.68 </a:t>
            </a:r>
            <a:r>
              <a:rPr lang="en-US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m/s; p &lt; .001)</a:t>
            </a:r>
            <a:endParaRPr lang="en-US" sz="1200" i="1" dirty="0">
              <a:solidFill>
                <a:schemeClr val="tx2">
                  <a:lumMod val="25000"/>
                  <a:lumOff val="75000"/>
                </a:schemeClr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95D79-7ACA-0E35-88D6-B1DE0EA935E2}"/>
              </a:ext>
            </a:extLst>
          </p:cNvPr>
          <p:cNvSpPr txBox="1"/>
          <p:nvPr/>
        </p:nvSpPr>
        <p:spPr>
          <a:xfrm>
            <a:off x="5689101" y="2881921"/>
            <a:ext cx="327044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Cyclist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around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Bus</a:t>
            </a:r>
            <a:r>
              <a:rPr lang="en-US" altLang="zh-CN" sz="1200" dirty="0">
                <a:solidFill>
                  <a:schemeClr val="bg1"/>
                </a:solidFill>
              </a:rPr>
              <a:t>-</a:t>
            </a:r>
            <a:r>
              <a:rPr lang="en-US" sz="1200" dirty="0">
                <a:solidFill>
                  <a:schemeClr val="bg1"/>
                </a:solidFill>
              </a:rPr>
              <a:t>HMI </a:t>
            </a:r>
            <a:r>
              <a:rPr lang="en-US" altLang="zh-CN" sz="1200" dirty="0">
                <a:solidFill>
                  <a:schemeClr val="bg1"/>
                </a:solidFill>
              </a:rPr>
              <a:t>onset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has</a:t>
            </a:r>
            <a:r>
              <a:rPr lang="en-US" sz="1200" dirty="0">
                <a:solidFill>
                  <a:schemeClr val="bg1"/>
                </a:solidFill>
              </a:rPr>
              <a:t> a stronger pre-to-post slowdown</a:t>
            </a:r>
            <a:r>
              <a:rPr lang="en-US" altLang="zh-CN" sz="1200" dirty="0">
                <a:solidFill>
                  <a:schemeClr val="bg1"/>
                </a:solidFill>
              </a:rPr>
              <a:t>,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about 2.06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m/s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slower</a:t>
            </a:r>
            <a:r>
              <a:rPr lang="en-US" sz="1200" dirty="0">
                <a:solidFill>
                  <a:schemeClr val="bg1"/>
                </a:solidFill>
              </a:rPr>
              <a:t> than around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Infra</a:t>
            </a:r>
            <a:r>
              <a:rPr lang="en-US" altLang="zh-CN" sz="1200" dirty="0">
                <a:solidFill>
                  <a:schemeClr val="bg1"/>
                </a:solidFill>
              </a:rPr>
              <a:t>-</a:t>
            </a:r>
            <a:r>
              <a:rPr lang="en-US" sz="1200" dirty="0">
                <a:solidFill>
                  <a:schemeClr val="bg1"/>
                </a:solidFill>
              </a:rPr>
              <a:t>HM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br>
              <a:rPr lang="en-US" sz="1200" i="1" dirty="0">
                <a:solidFill>
                  <a:schemeClr val="bg1"/>
                </a:solidFill>
                <a:latin typeface="+mn-lt"/>
              </a:rPr>
            </a:br>
            <a:r>
              <a:rPr lang="en-US" altLang="zh-CN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</a:t>
            </a:r>
            <a:r>
              <a:rPr lang="en-US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Interaction: </a:t>
            </a:r>
            <a:r>
              <a:rPr lang="el-GR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β = −2.06 </a:t>
            </a:r>
            <a:r>
              <a:rPr lang="en-US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m/s;</a:t>
            </a:r>
            <a:r>
              <a:rPr lang="zh-CN" altLang="en-US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 &lt; .001)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647C8-8AFE-1828-B57B-41B88E7CD888}"/>
              </a:ext>
            </a:extLst>
          </p:cNvPr>
          <p:cNvSpPr txBox="1"/>
          <p:nvPr/>
        </p:nvSpPr>
        <p:spPr>
          <a:xfrm>
            <a:off x="5661248" y="3789201"/>
            <a:ext cx="305486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</a:rPr>
              <a:t>The response depended on the combination of period and HMI type,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not on either alone</a:t>
            </a:r>
            <a:br>
              <a:rPr lang="en-US" sz="1200" i="1" dirty="0">
                <a:solidFill>
                  <a:schemeClr val="bg1"/>
                </a:solidFill>
                <a:latin typeface="+mn-lt"/>
              </a:rPr>
            </a:br>
            <a:r>
              <a:rPr lang="en-US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</a:t>
            </a:r>
            <a:r>
              <a:rPr lang="en-US" altLang="zh-CN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Period: p = .909; HMI type: p = .364</a:t>
            </a:r>
            <a:r>
              <a:rPr lang="en-US" sz="1200" i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)</a:t>
            </a:r>
            <a:endParaRPr lang="en-US" sz="1200" i="1" dirty="0">
              <a:solidFill>
                <a:schemeClr val="tx2">
                  <a:lumMod val="25000"/>
                  <a:lumOff val="75000"/>
                </a:schemeClr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27003-CB33-9C82-C65D-DD82CC7D0FA2}"/>
              </a:ext>
            </a:extLst>
          </p:cNvPr>
          <p:cNvSpPr txBox="1"/>
          <p:nvPr/>
        </p:nvSpPr>
        <p:spPr>
          <a:xfrm>
            <a:off x="553408" y="792803"/>
            <a:ext cx="6475141" cy="10470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Reference condition: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Pre-HMI · Infrastructure HMI · Stop 5</a:t>
            </a:r>
          </a:p>
          <a:p>
            <a:pPr>
              <a:spcBef>
                <a:spcPts val="900"/>
              </a:spcBef>
            </a:pPr>
            <a:r>
              <a:rPr lang="en-US" sz="1200" b="1" dirty="0">
                <a:solidFill>
                  <a:schemeClr val="bg1"/>
                </a:solidFill>
              </a:rPr>
              <a:t>Contrasts: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Post vs. Pre · Bus vs. Infrastructure HMI · Stop 6 vs. Stop 5</a:t>
            </a:r>
          </a:p>
          <a:p>
            <a:pPr>
              <a:lnSpc>
                <a:spcPct val="114000"/>
              </a:lnSpc>
            </a:pPr>
            <a:endParaRPr lang="en-US" sz="1200" dirty="0" err="1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3691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CBF54-9A11-BE98-2F9F-1C8AE021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56BC0-676F-B097-C666-17EFDB2F06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>
                <a:solidFill>
                  <a:schemeClr val="bg1"/>
                </a:solidFill>
              </a:rPr>
              <a:pPr/>
              <a:t>21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6DD895-A707-ADDF-923F-ED8F44839F0E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Result</a:t>
            </a:r>
            <a:r>
              <a: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·</a:t>
            </a:r>
            <a:r>
              <a: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CN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Peak-deceleration</a:t>
            </a:r>
            <a:r>
              <a: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CN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location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0182E0-A698-A543-4D30-D40E7F1F6320}"/>
              </a:ext>
            </a:extLst>
          </p:cNvPr>
          <p:cNvSpPr txBox="1"/>
          <p:nvPr/>
        </p:nvSpPr>
        <p:spPr>
          <a:xfrm>
            <a:off x="454255" y="689745"/>
            <a:ext cx="59465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solidFill>
                  <a:schemeClr val="bg1"/>
                </a:solidFill>
                <a:latin typeface="+mn-lt"/>
              </a:rPr>
              <a:t>The location of cyclists’ </a:t>
            </a:r>
            <a:r>
              <a:rPr lang="en-US" altLang="zh-CN">
                <a:solidFill>
                  <a:schemeClr val="bg1"/>
                </a:solidFill>
                <a:latin typeface="+mn-lt"/>
              </a:rPr>
              <a:t>peak</a:t>
            </a:r>
            <a:r>
              <a:rPr lang="zh-CN" altLang="en-US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+mn-lt"/>
              </a:rPr>
              <a:t>deceleration</a:t>
            </a:r>
            <a:r>
              <a:rPr lang="en-US">
                <a:solidFill>
                  <a:schemeClr val="bg1"/>
                </a:solidFill>
                <a:latin typeface="+mn-lt"/>
              </a:rPr>
              <a:t> varied across HMI </a:t>
            </a:r>
            <a:r>
              <a:rPr lang="en-US" altLang="zh-CN">
                <a:solidFill>
                  <a:schemeClr val="bg1"/>
                </a:solidFill>
                <a:latin typeface="+mn-lt"/>
              </a:rPr>
              <a:t>types</a:t>
            </a:r>
            <a:r>
              <a:rPr lang="en-US">
                <a:solidFill>
                  <a:schemeClr val="bg1"/>
                </a:solidFill>
                <a:latin typeface="+mn-lt"/>
              </a:rPr>
              <a:t> and bus</a:t>
            </a:r>
            <a:r>
              <a:rPr lang="zh-CN" altLang="en-US">
                <a:solidFill>
                  <a:schemeClr val="bg1"/>
                </a:solidFill>
                <a:latin typeface="+mn-lt"/>
              </a:rPr>
              <a:t> </a:t>
            </a:r>
            <a:r>
              <a:rPr lang="en-US">
                <a:solidFill>
                  <a:schemeClr val="bg1"/>
                </a:solidFill>
                <a:latin typeface="+mn-lt"/>
              </a:rPr>
              <a:t>stop configurations</a:t>
            </a:r>
            <a:r>
              <a:rPr lang="zh-CN" altLang="en-US">
                <a:solidFill>
                  <a:schemeClr val="bg1"/>
                </a:solidFill>
                <a:latin typeface="+mn-lt"/>
              </a:rPr>
              <a:t> </a:t>
            </a: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C32CD7E-842F-00B8-98E7-7F7D88D23D34}"/>
              </a:ext>
            </a:extLst>
          </p:cNvPr>
          <p:cNvSpPr/>
          <p:nvPr/>
        </p:nvSpPr>
        <p:spPr>
          <a:xfrm>
            <a:off x="4649492" y="1532469"/>
            <a:ext cx="4814176" cy="2718572"/>
          </a:xfrm>
          <a:prstGeom prst="roundRect">
            <a:avLst>
              <a:gd name="adj" fmla="val 121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CFC146-3003-B531-EB35-178708BBB33D}"/>
              </a:ext>
            </a:extLst>
          </p:cNvPr>
          <p:cNvSpPr txBox="1"/>
          <p:nvPr/>
        </p:nvSpPr>
        <p:spPr>
          <a:xfrm>
            <a:off x="6115429" y="4314993"/>
            <a:ext cx="6439527" cy="4495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E</a:t>
            </a:r>
            <a:r>
              <a:rPr lang="en-US" sz="1600" dirty="0">
                <a:solidFill>
                  <a:schemeClr val="bg1"/>
                </a:solidFill>
              </a:rPr>
              <a:t>xploratory result</a:t>
            </a:r>
            <a:endParaRPr lang="en-US" altLang="zh-CN" sz="1600" dirty="0">
              <a:solidFill>
                <a:schemeClr val="bg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sz="1000" i="1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GB" sz="1000" i="1" dirty="0">
                <a:solidFill>
                  <a:schemeClr val="bg1">
                    <a:lumMod val="75000"/>
                  </a:schemeClr>
                </a:solidFill>
              </a:rPr>
              <a:t>no inferential test was conducted</a:t>
            </a:r>
            <a:r>
              <a:rPr lang="en-US" sz="700" i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sz="1000" i="1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en-US" sz="1000" i="1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CA1B4A-6825-3C02-5CF0-FAED9F2F184F}"/>
              </a:ext>
            </a:extLst>
          </p:cNvPr>
          <p:cNvSpPr txBox="1"/>
          <p:nvPr/>
        </p:nvSpPr>
        <p:spPr>
          <a:xfrm>
            <a:off x="544748" y="3031301"/>
            <a:ext cx="383407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+mn-lt"/>
              </a:rPr>
              <a:t>The difference between the two HMI types was particularly apparent at Stop 6</a:t>
            </a:r>
            <a:br>
              <a:rPr lang="en-US" sz="1200" i="1">
                <a:solidFill>
                  <a:schemeClr val="bg1"/>
                </a:solidFill>
                <a:latin typeface="+mn-lt"/>
              </a:rPr>
            </a:br>
            <a:r>
              <a:rPr lang="en-US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(Median difference</a:t>
            </a:r>
            <a:r>
              <a:rPr lang="zh-CN" altLang="en-US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altLang="zh-CN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Infra-Bus</a:t>
            </a:r>
            <a:r>
              <a:rPr lang="en-US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: Stop 5 ≈ </a:t>
            </a:r>
            <a:r>
              <a:rPr lang="en-US" altLang="zh-CN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4.5</a:t>
            </a:r>
            <a:r>
              <a:rPr lang="zh-CN" altLang="en-US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m; Stop 6 ≈ 14</a:t>
            </a:r>
            <a:r>
              <a:rPr lang="zh-CN" altLang="en-US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sz="1200" i="1">
                <a:solidFill>
                  <a:schemeClr val="tx2">
                    <a:lumMod val="25000"/>
                    <a:lumOff val="75000"/>
                  </a:schemeClr>
                </a:solidFill>
              </a:rPr>
              <a:t>m)</a:t>
            </a:r>
            <a:endParaRPr lang="en-US" sz="1200" i="1">
              <a:solidFill>
                <a:schemeClr val="tx2">
                  <a:lumMod val="25000"/>
                  <a:lumOff val="75000"/>
                </a:schemeClr>
              </a:solidFill>
              <a:latin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1AB76D-4692-88B3-B8FB-AF0CCD1101B4}"/>
              </a:ext>
            </a:extLst>
          </p:cNvPr>
          <p:cNvSpPr txBox="1"/>
          <p:nvPr/>
        </p:nvSpPr>
        <p:spPr>
          <a:xfrm>
            <a:off x="544748" y="2006717"/>
            <a:ext cx="383407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+mn-lt"/>
              </a:rPr>
              <a:t>Peak-response locations </a:t>
            </a:r>
            <a:r>
              <a:rPr lang="en-US" sz="1200" b="1">
                <a:solidFill>
                  <a:schemeClr val="bg1"/>
                </a:solidFill>
                <a:latin typeface="+mn-lt"/>
              </a:rPr>
              <a:t>under Bus HMI </a:t>
            </a:r>
            <a:r>
              <a:rPr lang="en-US" sz="1200">
                <a:solidFill>
                  <a:schemeClr val="bg1"/>
                </a:solidFill>
                <a:latin typeface="+mn-lt"/>
              </a:rPr>
              <a:t>remained similar across both stops</a:t>
            </a:r>
            <a:r>
              <a:rPr lang="en-US" altLang="zh-CN" sz="1200">
                <a:solidFill>
                  <a:schemeClr val="bg1"/>
                </a:solidFill>
                <a:latin typeface="+mn-lt"/>
              </a:rPr>
              <a:t>,</a:t>
            </a:r>
            <a:r>
              <a:rPr lang="zh-CN" altLang="en-US" sz="12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>
                <a:solidFill>
                  <a:schemeClr val="bg1"/>
                </a:solidFill>
                <a:latin typeface="+mn-lt"/>
              </a:rPr>
              <a:t>but</a:t>
            </a:r>
            <a:r>
              <a:rPr lang="zh-CN" altLang="en-US" sz="12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>
                <a:solidFill>
                  <a:schemeClr val="bg1"/>
                </a:solidFill>
                <a:latin typeface="+mn-lt"/>
              </a:rPr>
              <a:t>differs</a:t>
            </a:r>
            <a:r>
              <a:rPr lang="zh-CN" altLang="en-US" sz="12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>
                <a:solidFill>
                  <a:schemeClr val="bg1"/>
                </a:solidFill>
                <a:latin typeface="+mn-lt"/>
              </a:rPr>
              <a:t>under</a:t>
            </a:r>
            <a:r>
              <a:rPr lang="zh-CN" altLang="en-US" sz="120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1200">
                <a:solidFill>
                  <a:schemeClr val="bg1"/>
                </a:solidFill>
                <a:latin typeface="+mn-lt"/>
              </a:rPr>
              <a:t>Infra-HMI</a:t>
            </a:r>
            <a:r>
              <a:rPr lang="zh-CN" altLang="en-US" sz="1200">
                <a:solidFill>
                  <a:schemeClr val="bg1"/>
                </a:solidFill>
                <a:latin typeface="+mn-lt"/>
              </a:rPr>
              <a:t> </a:t>
            </a:r>
            <a:r>
              <a:rPr lang="en-US" sz="1100" i="1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</a:rPr>
              <a:t>(</a:t>
            </a:r>
            <a:r>
              <a:rPr lang="en-US" altLang="zh-CN" sz="1100" i="1">
                <a:solidFill>
                  <a:schemeClr val="tx2">
                    <a:lumMod val="25000"/>
                    <a:lumOff val="75000"/>
                  </a:schemeClr>
                </a:solidFill>
              </a:rPr>
              <a:t>Bus HMI ≈ 13-14 m; Infra HMI ≈ 19-28 m</a:t>
            </a:r>
            <a:r>
              <a:rPr lang="en-US" sz="1100" i="1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</a:rPr>
              <a:t>)</a:t>
            </a:r>
            <a:endParaRPr lang="en-US" sz="1200" i="1">
              <a:solidFill>
                <a:schemeClr val="tx2">
                  <a:lumMod val="25000"/>
                  <a:lumOff val="75000"/>
                </a:schemeClr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75D5DD-CB01-3402-E0F6-F3982B3FE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980" y="1596939"/>
            <a:ext cx="3497800" cy="258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48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84229" y="1268468"/>
            <a:ext cx="4374546" cy="611109"/>
          </a:xfrm>
        </p:spPr>
        <p:txBody>
          <a:bodyPr wrap="square"/>
          <a:lstStyle/>
          <a:p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yclists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’ speeds were not generally lower before HMI onset, but their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short-term speed adjustments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after HMI onset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differed between the 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HMI-types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 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45720" rIns="0" bIns="45720" rtlCol="0" anchor="ctr"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318D-2016-3333-A621-1CBE9E544603}"/>
              </a:ext>
            </a:extLst>
          </p:cNvPr>
          <p:cNvSpPr txBox="1"/>
          <p:nvPr/>
        </p:nvSpPr>
        <p:spPr>
          <a:xfrm>
            <a:off x="442680" y="234488"/>
            <a:ext cx="2694774" cy="2250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400" dirty="0">
                <a:solidFill>
                  <a:schemeClr val="bg2"/>
                </a:solidFill>
              </a:rPr>
              <a:t>RQ1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sz="1400" dirty="0">
                <a:solidFill>
                  <a:schemeClr val="bg2"/>
                </a:solidFill>
              </a:rPr>
              <a:t>·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sz="1400" dirty="0">
                <a:solidFill>
                  <a:schemeClr val="bg2"/>
                </a:solidFill>
              </a:rPr>
              <a:t>Conclusion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&amp;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sz="1400" dirty="0">
                <a:solidFill>
                  <a:schemeClr val="bg2"/>
                </a:solidFill>
              </a:rPr>
              <a:t>Discussion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5D8B507D-0C6C-E0D7-BED5-D0EE10A9CF7A}"/>
              </a:ext>
            </a:extLst>
          </p:cNvPr>
          <p:cNvSpPr txBox="1">
            <a:spLocks/>
          </p:cNvSpPr>
          <p:nvPr/>
        </p:nvSpPr>
        <p:spPr>
          <a:xfrm>
            <a:off x="1284227" y="2612184"/>
            <a:ext cx="6588756" cy="561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750"/>
              </a:spcAft>
            </a:pPr>
            <a:r>
              <a:rPr lang="en-US" i="1" dirty="0">
                <a:solidFill>
                  <a:schemeClr val="bg1">
                    <a:lumMod val="65000"/>
                  </a:schemeClr>
                </a:solidFill>
                <a:cs typeface="Arial" charset="0"/>
              </a:rPr>
              <a:t>The Infrastructure HMI, though rated more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cs typeface="Arial" charset="0"/>
              </a:rPr>
              <a:t>“familiar”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cs typeface="Arial" charset="0"/>
              </a:rPr>
              <a:t>by cyclists in</a:t>
            </a:r>
            <a:r>
              <a:rPr lang="zh-CN" altLang="en-US" i="1" dirty="0">
                <a:solidFill>
                  <a:schemeClr val="bg1">
                    <a:lumMod val="65000"/>
                  </a:schemeClr>
                </a:solidFill>
                <a:cs typeface="Arial" charset="0"/>
              </a:rPr>
              <a:t>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cs typeface="Arial" charset="0"/>
              </a:rPr>
              <a:t>the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cs typeface="Arial" charset="0"/>
              </a:rPr>
              <a:t> earlier work, produced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cs typeface="Arial" charset="0"/>
              </a:rPr>
              <a:t>weaker </a:t>
            </a:r>
            <a:r>
              <a:rPr lang="en-US" b="1" i="1" dirty="0" err="1">
                <a:solidFill>
                  <a:schemeClr val="bg1">
                    <a:lumMod val="65000"/>
                  </a:schemeClr>
                </a:solidFill>
                <a:cs typeface="Arial" charset="0"/>
              </a:rPr>
              <a:t>behavioural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cs typeface="Arial" charset="0"/>
              </a:rPr>
              <a:t> response</a:t>
            </a:r>
            <a:endParaRPr lang="en-US" b="1" i="1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8F2FBBFB-1A7A-FC45-6BAB-54780D0D2AC7}"/>
              </a:ext>
            </a:extLst>
          </p:cNvPr>
          <p:cNvSpPr txBox="1">
            <a:spLocks/>
          </p:cNvSpPr>
          <p:nvPr/>
        </p:nvSpPr>
        <p:spPr>
          <a:xfrm>
            <a:off x="1284227" y="3525927"/>
            <a:ext cx="6127778" cy="686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750"/>
              </a:spcAft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Bus-stop layout and road context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(e.g. a nearby crossing) also shape when the reaction happens</a:t>
            </a:r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.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cs typeface="Arial" charset="0"/>
            </a:endParaRPr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638082FD-73B5-E291-0A86-EF384DC03776}"/>
              </a:ext>
            </a:extLst>
          </p:cNvPr>
          <p:cNvSpPr txBox="1">
            <a:spLocks/>
          </p:cNvSpPr>
          <p:nvPr/>
        </p:nvSpPr>
        <p:spPr>
          <a:xfrm>
            <a:off x="1284229" y="2327455"/>
            <a:ext cx="6346929" cy="38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750"/>
              </a:spcAft>
            </a:pP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A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ctual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behaviour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 change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is not the same as </a:t>
            </a:r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erceived reliance</a:t>
            </a:r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.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cs typeface="Arial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2A607-8987-1897-11FE-DE7E5EEFC7D8}"/>
              </a:ext>
            </a:extLst>
          </p:cNvPr>
          <p:cNvSpPr txBox="1"/>
          <p:nvPr/>
        </p:nvSpPr>
        <p:spPr>
          <a:xfrm>
            <a:off x="5753238" y="1268468"/>
            <a:ext cx="252026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i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ASB may have attracted more attention from cyclists than the fixed infrastructure</a:t>
            </a:r>
            <a:endParaRPr lang="en-US" sz="1400" i="1" dirty="0" err="1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1125"/>
              <a:t>69% of all variation in sickness ratings sits between riders (not between drives) — so every RQ2 analysis compares each rider only against their own average.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9092" y="817829"/>
            <a:ext cx="8508999" cy="230833"/>
          </a:xfrm>
        </p:spPr>
        <p:txBody>
          <a:bodyPr/>
          <a:lstStyle/>
          <a:p>
            <a:r>
              <a:rPr sz="2000" b="1" err="1"/>
              <a:t>Sickness</a:t>
            </a:r>
            <a:r>
              <a:rPr sz="2000" b="1"/>
              <a:t> </a:t>
            </a:r>
            <a:r>
              <a:rPr sz="2000" b="1" err="1"/>
              <a:t>is</a:t>
            </a:r>
            <a:r>
              <a:rPr sz="2000" b="1"/>
              <a:t> </a:t>
            </a:r>
            <a:r>
              <a:rPr sz="2000" b="1" err="1"/>
              <a:t>mostly</a:t>
            </a:r>
            <a:r>
              <a:rPr sz="2000" b="1"/>
              <a:t> a </a:t>
            </a:r>
            <a:r>
              <a:rPr sz="2000" b="1" err="1"/>
              <a:t>trait</a:t>
            </a:r>
            <a:r>
              <a:rPr sz="2000" b="1"/>
              <a:t> of the </a:t>
            </a:r>
            <a:r>
              <a:rPr sz="2000" b="1" err="1"/>
              <a:t>person</a:t>
            </a:r>
            <a:r>
              <a:rPr sz="2000" b="1"/>
              <a:t>, not the </a:t>
            </a:r>
            <a:r>
              <a:rPr sz="2000" b="1" err="1"/>
              <a:t>drive</a:t>
            </a:r>
            <a:endParaRPr sz="2000" b="1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23</a:t>
            </a:fld>
            <a:endParaRPr lang="de-DE"/>
          </a:p>
        </p:txBody>
      </p:sp>
      <p:pic>
        <p:nvPicPr>
          <p:cNvPr id="13" name="Picture 12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356" y="1857375"/>
            <a:ext cx="5751287" cy="27169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" y="4601718"/>
            <a:ext cx="6858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6E6E6E"/>
                </a:solidFill>
              </a:rPr>
              <a:t>Fig. 4.4 — Post-drive sickness ratings per rider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6D13A-5D5D-21EE-0762-DFB6A57F0583}"/>
              </a:ext>
            </a:extLst>
          </p:cNvPr>
          <p:cNvSpPr txBox="1"/>
          <p:nvPr/>
        </p:nvSpPr>
        <p:spPr>
          <a:xfrm>
            <a:off x="319092" y="236769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000" dirty="0">
                <a:solidFill>
                  <a:schemeClr val="bg2"/>
                </a:solidFill>
                <a:latin typeface="+mn-lt"/>
              </a:rPr>
              <a:t>Result</a:t>
            </a:r>
            <a:r>
              <a:rPr lang="zh-CN" altLang="en-US" sz="10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dirty="0">
                <a:solidFill>
                  <a:schemeClr val="bg2"/>
                </a:solidFill>
                <a:latin typeface="+mn-lt"/>
              </a:rPr>
              <a:t>·</a:t>
            </a:r>
            <a:r>
              <a:rPr lang="zh-CN" altLang="en-US" sz="10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1000" dirty="0">
                <a:solidFill>
                  <a:schemeClr val="bg2"/>
                </a:solidFill>
                <a:latin typeface="+mn-lt"/>
              </a:rPr>
              <a:t>RQ2</a:t>
            </a:r>
            <a:endParaRPr lang="en-US" sz="10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5" name="Picture 14" descr="donut_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409227"/>
            <a:ext cx="1380744" cy="16097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1125"/>
              <a:t>Steering wobble was compared with the drive’s rating separately for the first, middle, and last 80 seconds of riding.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8009" y="741039"/>
            <a:ext cx="8508999" cy="366126"/>
          </a:xfrm>
        </p:spPr>
        <p:txBody>
          <a:bodyPr/>
          <a:lstStyle/>
          <a:p>
            <a:r>
              <a:rPr lang="de-DE" sz="2000" b="1"/>
              <a:t>The </a:t>
            </a:r>
            <a:r>
              <a:rPr lang="de-DE" sz="2000" b="1" err="1"/>
              <a:t>steering</a:t>
            </a:r>
            <a:r>
              <a:rPr lang="de-DE" sz="2000" b="1"/>
              <a:t> </a:t>
            </a:r>
            <a:r>
              <a:rPr lang="de-DE" sz="2000" b="1" err="1"/>
              <a:t>signal</a:t>
            </a:r>
            <a:r>
              <a:rPr lang="de-DE" sz="2000" b="1"/>
              <a:t> </a:t>
            </a:r>
            <a:r>
              <a:rPr lang="de-DE" sz="2000" b="1" err="1"/>
              <a:t>appears</a:t>
            </a:r>
            <a:r>
              <a:rPr lang="de-DE" sz="2000" b="1"/>
              <a:t> </a:t>
            </a:r>
            <a:r>
              <a:rPr lang="de-DE" sz="2000" b="1" err="1"/>
              <a:t>only</a:t>
            </a:r>
            <a:r>
              <a:rPr lang="de-DE" sz="2000" b="1"/>
              <a:t> </a:t>
            </a:r>
            <a:r>
              <a:rPr lang="de-DE" sz="2000" b="1" err="1"/>
              <a:t>later</a:t>
            </a:r>
            <a:r>
              <a:rPr lang="de-DE" sz="2000" b="1"/>
              <a:t> in a </a:t>
            </a:r>
            <a:r>
              <a:rPr lang="de-DE" sz="2000" b="1" err="1"/>
              <a:t>drive</a:t>
            </a:r>
            <a:endParaRPr lang="de-DE" sz="2000" b="1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24</a:t>
            </a:fld>
            <a:endParaRPr lang="de-DE"/>
          </a:p>
        </p:txBody>
      </p:sp>
      <p:pic>
        <p:nvPicPr>
          <p:cNvPr id="13" name="Picture 12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344156"/>
            <a:ext cx="3183300" cy="17490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44" y="4120653"/>
            <a:ext cx="31833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6E6E6E"/>
                </a:solidFill>
              </a:rPr>
              <a:t>Fig. 4.5 — Steering–sickness correlation by window position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239BE-4CF9-6C96-D99B-9381F3D42607}"/>
              </a:ext>
            </a:extLst>
          </p:cNvPr>
          <p:cNvSpPr txBox="1"/>
          <p:nvPr/>
        </p:nvSpPr>
        <p:spPr>
          <a:xfrm>
            <a:off x="319092" y="236769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000">
                <a:solidFill>
                  <a:schemeClr val="bg2"/>
                </a:solidFill>
                <a:latin typeface="+mn-lt"/>
              </a:rPr>
              <a:t>Result</a:t>
            </a:r>
            <a:r>
              <a:rPr lang="zh-CN" alt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·</a:t>
            </a:r>
            <a:r>
              <a:rPr lang="zh-CN" alt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bg2"/>
                </a:solidFill>
                <a:latin typeface="+mn-lt"/>
              </a:rPr>
              <a:t>RQ2</a:t>
            </a:r>
            <a:endParaRPr lang="en-US" sz="100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5" name="Picture 14" descr="rings_80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17023"/>
            <a:ext cx="4187952" cy="16148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1125"/>
              <a:t>On drives where a rider’s steering degraded more than usual for them, their sickness rating was higher — +0.57 MISC points per SD of change (p &lt; .001) — supporting H2a/H2b.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b="1" err="1"/>
              <a:t>Confirmed</a:t>
            </a:r>
            <a:r>
              <a:rPr lang="de-DE" sz="2000" b="1"/>
              <a:t>: </a:t>
            </a:r>
            <a:r>
              <a:rPr lang="de-DE" sz="2000" b="1" err="1"/>
              <a:t>steering</a:t>
            </a:r>
            <a:r>
              <a:rPr lang="de-DE" sz="2000" b="1"/>
              <a:t> wobble </a:t>
            </a:r>
            <a:r>
              <a:rPr lang="de-DE" sz="2000" b="1" err="1"/>
              <a:t>tracks</a:t>
            </a:r>
            <a:r>
              <a:rPr lang="de-DE" sz="2000" b="1"/>
              <a:t> a </a:t>
            </a:r>
            <a:r>
              <a:rPr lang="de-DE" sz="2000" b="1" err="1"/>
              <a:t>rider’s</a:t>
            </a:r>
            <a:r>
              <a:rPr lang="de-DE" sz="2000" b="1"/>
              <a:t> own </a:t>
            </a:r>
            <a:r>
              <a:rPr lang="de-DE" sz="2000" b="1" err="1"/>
              <a:t>sickness</a:t>
            </a:r>
            <a:endParaRPr lang="de-DE" sz="2000" b="1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25</a:t>
            </a:fld>
            <a:endParaRPr lang="de-DE"/>
          </a:p>
        </p:txBody>
      </p:sp>
      <p:pic>
        <p:nvPicPr>
          <p:cNvPr id="13" name="Picture 12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412" y="1857375"/>
            <a:ext cx="5755177" cy="27169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" y="4601718"/>
            <a:ext cx="6858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6E6E6E"/>
                </a:solidFill>
              </a:rPr>
              <a:t>Fig. 4.6 — Within-drive steering change vs. post-drive rating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787C9-D196-8F30-21C7-A891A3B538B3}"/>
              </a:ext>
            </a:extLst>
          </p:cNvPr>
          <p:cNvSpPr txBox="1"/>
          <p:nvPr/>
        </p:nvSpPr>
        <p:spPr>
          <a:xfrm>
            <a:off x="319092" y="236769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000">
                <a:solidFill>
                  <a:schemeClr val="bg2"/>
                </a:solidFill>
                <a:latin typeface="+mn-lt"/>
              </a:rPr>
              <a:t>Result</a:t>
            </a:r>
            <a:r>
              <a:rPr lang="zh-CN" alt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·</a:t>
            </a:r>
            <a:r>
              <a:rPr lang="zh-CN" alt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1000">
                <a:solidFill>
                  <a:schemeClr val="bg2"/>
                </a:solidFill>
                <a:latin typeface="+mn-lt"/>
              </a:rPr>
              <a:t>RQ2</a:t>
            </a:r>
            <a:endParaRPr lang="en-US" sz="100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5" name="Picture 14" descr="medallion_0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482898"/>
            <a:ext cx="1371600" cy="146243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4254" y="949503"/>
            <a:ext cx="8508999" cy="380745"/>
          </a:xfrm>
        </p:spPr>
        <p:txBody>
          <a:bodyPr/>
          <a:lstStyle/>
          <a:p>
            <a:r>
              <a:rPr lang="de-DE" b="1" err="1">
                <a:latin typeface="Arial" charset="0"/>
                <a:ea typeface="+mn-ea"/>
                <a:cs typeface="Arial" charset="0"/>
              </a:rPr>
              <a:t>What</a:t>
            </a:r>
            <a:r>
              <a:rPr lang="de-DE" b="1">
                <a:latin typeface="Arial" charset="0"/>
                <a:ea typeface="+mn-ea"/>
                <a:cs typeface="Arial" charset="0"/>
              </a:rPr>
              <a:t> the </a:t>
            </a:r>
            <a:r>
              <a:rPr lang="de-DE" b="1" err="1">
                <a:latin typeface="Arial" charset="0"/>
                <a:ea typeface="+mn-ea"/>
                <a:cs typeface="Arial" charset="0"/>
              </a:rPr>
              <a:t>steering</a:t>
            </a:r>
            <a:r>
              <a:rPr lang="de-DE" b="1">
                <a:latin typeface="Arial" charset="0"/>
                <a:ea typeface="+mn-ea"/>
                <a:cs typeface="Arial" charset="0"/>
              </a:rPr>
              <a:t> </a:t>
            </a:r>
            <a:r>
              <a:rPr lang="de-DE" b="1" err="1">
                <a:latin typeface="Arial" charset="0"/>
                <a:ea typeface="+mn-ea"/>
                <a:cs typeface="Arial" charset="0"/>
              </a:rPr>
              <a:t>result</a:t>
            </a:r>
            <a:r>
              <a:rPr lang="de-DE" b="1">
                <a:latin typeface="Arial" charset="0"/>
                <a:ea typeface="+mn-ea"/>
                <a:cs typeface="Arial" charset="0"/>
              </a:rPr>
              <a:t> </a:t>
            </a:r>
            <a:r>
              <a:rPr lang="de-DE" b="1" err="1">
                <a:latin typeface="Arial" charset="0"/>
                <a:ea typeface="+mn-ea"/>
                <a:cs typeface="Arial" charset="0"/>
              </a:rPr>
              <a:t>means</a:t>
            </a:r>
            <a:endParaRPr lang="de-DE" b="1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45720" rIns="0" bIns="45720" rtlCol="0" anchor="ctr"/>
          <a:lstStyle/>
          <a:p>
            <a:fld id="{CE58CB1E-F828-4F11-99E0-327109AF9DA4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399CF-7CE0-E103-BDDA-BBCF96215347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>
                <a:solidFill>
                  <a:schemeClr val="bg2"/>
                </a:solidFill>
              </a:rPr>
              <a:t>Discussion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00200"/>
            <a:ext cx="2703576" cy="3099816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08" y="1856232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798064"/>
            <a:ext cx="23378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A52"/>
                </a:solidFill>
              </a:rPr>
              <a:t>Sensory conflict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3300984"/>
            <a:ext cx="2301240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2B3A45"/>
                </a:solidFill>
              </a:rPr>
              <a:t>Growing conflict between what the eyes see and what the inner ear feels progressively degrades fine motor control — surfacing as extra handlebar corrections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4784" y="1600200"/>
            <a:ext cx="2703576" cy="3099816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n_var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1856232"/>
            <a:ext cx="7772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07664" y="2798064"/>
            <a:ext cx="23378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A52"/>
                </a:solidFill>
              </a:rPr>
              <a:t>Why between-rider comparisons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5952" y="3300984"/>
            <a:ext cx="2301240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2B3A45"/>
                </a:solidFill>
              </a:rPr>
              <a:t>Baseline riding style varies too much between people; only a rider’s own deviation from their own normal carries a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528" y="1600200"/>
            <a:ext cx="2703576" cy="3099816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_signal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696" y="1856232"/>
            <a:ext cx="777240" cy="777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12408" y="2798064"/>
            <a:ext cx="23378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A52"/>
                </a:solidFill>
              </a:rPr>
              <a:t>Two different kinds of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0696" y="3300984"/>
            <a:ext cx="2301240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2B3A45"/>
                </a:solidFill>
              </a:rPr>
              <a:t>RQ1’s speed change is a deliberate response to the HMI; RQ2’s steering drift is an involuntary by-product of the rider’s internal state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CFE08-16FF-82AC-F601-80FE0D6B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title">
            <a:extLst>
              <a:ext uri="{FF2B5EF4-FFF2-40B4-BE49-F238E27FC236}">
                <a16:creationId xmlns:a16="http://schemas.microsoft.com/office/drawing/2014/main" id="{234A9956-14F0-C00D-A651-2CA544F82EFF}"/>
              </a:ext>
            </a:extLst>
          </p:cNvPr>
          <p:cNvSpPr>
            <a:spLocks noGrp="1"/>
          </p:cNvSpPr>
          <p:nvPr/>
        </p:nvSpPr>
        <p:spPr>
          <a:xfrm>
            <a:off x="491557" y="2145481"/>
            <a:ext cx="5953848" cy="852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Limitation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927235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0013" y="1600200"/>
            <a:ext cx="4188076" cy="3095625"/>
          </a:xfrm>
        </p:spPr>
        <p:txBody>
          <a:bodyPr wrap="square"/>
          <a:lstStyle/>
          <a:p>
            <a:pPr marL="192881" indent="-192881">
              <a:spcAft>
                <a:spcPts val="750"/>
              </a:spcAft>
              <a:buFont typeface="Arial"/>
              <a:buChar char="•"/>
            </a:pPr>
            <a:r>
              <a:rPr sz="1200" dirty="0" err="1"/>
              <a:t>Validate</a:t>
            </a:r>
            <a:r>
              <a:rPr sz="1200" dirty="0"/>
              <a:t> the </a:t>
            </a:r>
            <a:r>
              <a:rPr sz="1200" dirty="0" err="1"/>
              <a:t>simulator</a:t>
            </a:r>
            <a:r>
              <a:rPr sz="1200" dirty="0"/>
              <a:t> </a:t>
            </a:r>
            <a:r>
              <a:rPr sz="1200" dirty="0" err="1"/>
              <a:t>against</a:t>
            </a:r>
            <a:r>
              <a:rPr sz="1200" dirty="0"/>
              <a:t> real-road </a:t>
            </a:r>
            <a:r>
              <a:rPr sz="1200" dirty="0" err="1"/>
              <a:t>cycling</a:t>
            </a:r>
            <a:r>
              <a:rPr sz="1200" dirty="0"/>
              <a:t> to </a:t>
            </a:r>
            <a:r>
              <a:rPr sz="1200" dirty="0" err="1"/>
              <a:t>test</a:t>
            </a:r>
            <a:r>
              <a:rPr sz="1200" dirty="0"/>
              <a:t> </a:t>
            </a:r>
            <a:r>
              <a:rPr sz="1200" dirty="0" err="1"/>
              <a:t>whether</a:t>
            </a:r>
            <a:r>
              <a:rPr sz="1200" dirty="0"/>
              <a:t> it </a:t>
            </a:r>
            <a:r>
              <a:rPr sz="1200" dirty="0" err="1"/>
              <a:t>reproduces</a:t>
            </a:r>
            <a:r>
              <a:rPr sz="1200" dirty="0"/>
              <a:t> absolute </a:t>
            </a:r>
            <a:r>
              <a:rPr sz="1200" dirty="0" err="1"/>
              <a:t>values</a:t>
            </a:r>
            <a:r>
              <a:rPr sz="1200" dirty="0"/>
              <a:t> </a:t>
            </a:r>
            <a:r>
              <a:rPr sz="1200" dirty="0" err="1"/>
              <a:t>or</a:t>
            </a:r>
            <a:r>
              <a:rPr sz="1200" dirty="0"/>
              <a:t> </a:t>
            </a:r>
            <a:r>
              <a:rPr sz="1200" dirty="0" err="1"/>
              <a:t>only</a:t>
            </a:r>
            <a:r>
              <a:rPr sz="1200" dirty="0"/>
              <a:t> relative </a:t>
            </a:r>
            <a:r>
              <a:rPr sz="1200" dirty="0" err="1"/>
              <a:t>differences</a:t>
            </a:r>
            <a:r>
              <a:rPr sz="1200" dirty="0"/>
              <a:t> </a:t>
            </a:r>
            <a:r>
              <a:rPr sz="1200" dirty="0" err="1"/>
              <a:t>between</a:t>
            </a:r>
            <a:r>
              <a:rPr sz="1200" dirty="0"/>
              <a:t> </a:t>
            </a:r>
            <a:r>
              <a:rPr sz="1200" dirty="0" err="1"/>
              <a:t>conditions</a:t>
            </a:r>
            <a:endParaRPr sz="1200" dirty="0"/>
          </a:p>
          <a:p>
            <a:pPr marL="192881" indent="-192881">
              <a:spcAft>
                <a:spcPts val="750"/>
              </a:spcAft>
              <a:buFont typeface="Arial"/>
              <a:buChar char="•"/>
            </a:pPr>
            <a:r>
              <a:rPr sz="1200" dirty="0"/>
              <a:t>Collect </a:t>
            </a:r>
            <a:r>
              <a:rPr sz="1200" dirty="0" err="1"/>
              <a:t>data</a:t>
            </a:r>
            <a:r>
              <a:rPr sz="1200" dirty="0"/>
              <a:t> </a:t>
            </a:r>
            <a:r>
              <a:rPr sz="1200" dirty="0" err="1"/>
              <a:t>where</a:t>
            </a:r>
            <a:r>
              <a:rPr sz="1200" dirty="0"/>
              <a:t> </a:t>
            </a:r>
            <a:r>
              <a:rPr sz="1200" dirty="0" err="1"/>
              <a:t>sickness</a:t>
            </a:r>
            <a:r>
              <a:rPr sz="1200" dirty="0"/>
              <a:t> </a:t>
            </a:r>
            <a:r>
              <a:rPr sz="1200" dirty="0" err="1"/>
              <a:t>varies</a:t>
            </a:r>
            <a:r>
              <a:rPr sz="1200" dirty="0"/>
              <a:t> </a:t>
            </a:r>
            <a:r>
              <a:rPr sz="1200" dirty="0" err="1"/>
              <a:t>more</a:t>
            </a:r>
            <a:r>
              <a:rPr sz="1200" dirty="0"/>
              <a:t> </a:t>
            </a:r>
            <a:r>
              <a:rPr sz="1200" dirty="0" err="1"/>
              <a:t>within</a:t>
            </a:r>
            <a:r>
              <a:rPr sz="1200" dirty="0"/>
              <a:t> a </a:t>
            </a:r>
            <a:r>
              <a:rPr sz="1200" dirty="0" err="1"/>
              <a:t>rider</a:t>
            </a:r>
            <a:r>
              <a:rPr sz="1200" dirty="0"/>
              <a:t> (</a:t>
            </a:r>
            <a:r>
              <a:rPr sz="1200" dirty="0" err="1"/>
              <a:t>longer</a:t>
            </a:r>
            <a:r>
              <a:rPr sz="1200" dirty="0"/>
              <a:t>/</a:t>
            </a:r>
            <a:r>
              <a:rPr sz="1200" dirty="0" err="1"/>
              <a:t>more</a:t>
            </a:r>
            <a:r>
              <a:rPr sz="1200" dirty="0"/>
              <a:t> </a:t>
            </a:r>
            <a:r>
              <a:rPr sz="1200" dirty="0" err="1"/>
              <a:t>provocative</a:t>
            </a:r>
            <a:r>
              <a:rPr sz="1200" dirty="0"/>
              <a:t> </a:t>
            </a:r>
            <a:r>
              <a:rPr sz="1200" dirty="0" err="1"/>
              <a:t>drives</a:t>
            </a:r>
            <a:r>
              <a:rPr sz="1200" dirty="0"/>
              <a:t>, in-drive </a:t>
            </a:r>
            <a:r>
              <a:rPr sz="1200" dirty="0" err="1"/>
              <a:t>ratings</a:t>
            </a:r>
            <a:r>
              <a:rPr sz="1200" dirty="0"/>
              <a:t>) to </a:t>
            </a:r>
            <a:r>
              <a:rPr sz="1200" dirty="0" err="1"/>
              <a:t>sharpen</a:t>
            </a:r>
            <a:r>
              <a:rPr sz="1200" dirty="0"/>
              <a:t> the RQ2 </a:t>
            </a:r>
            <a:r>
              <a:rPr sz="1200" dirty="0" err="1"/>
              <a:t>signal</a:t>
            </a:r>
            <a:endParaRPr sz="1200" dirty="0"/>
          </a:p>
          <a:p>
            <a:pPr marL="192881" indent="-192881">
              <a:spcAft>
                <a:spcPts val="750"/>
              </a:spcAft>
              <a:buFont typeface="Arial"/>
              <a:buChar char="•"/>
            </a:pPr>
            <a:r>
              <a:rPr sz="1200" dirty="0"/>
              <a:t>Keep </a:t>
            </a:r>
            <a:r>
              <a:rPr sz="1200" dirty="0" err="1"/>
              <a:t>one</a:t>
            </a:r>
            <a:r>
              <a:rPr sz="1200" dirty="0"/>
              <a:t> </a:t>
            </a:r>
            <a:r>
              <a:rPr sz="1200" dirty="0" err="1"/>
              <a:t>consistent</a:t>
            </a:r>
            <a:r>
              <a:rPr sz="1200" dirty="0"/>
              <a:t> </a:t>
            </a:r>
            <a:r>
              <a:rPr sz="1200" dirty="0" err="1"/>
              <a:t>drive</a:t>
            </a:r>
            <a:r>
              <a:rPr sz="1200" dirty="0"/>
              <a:t> </a:t>
            </a:r>
            <a:r>
              <a:rPr sz="1200" dirty="0" err="1"/>
              <a:t>protocol</a:t>
            </a:r>
            <a:r>
              <a:rPr sz="1200" dirty="0"/>
              <a:t> </a:t>
            </a:r>
            <a:r>
              <a:rPr sz="1200" dirty="0" err="1"/>
              <a:t>across</a:t>
            </a:r>
            <a:r>
              <a:rPr sz="1200" dirty="0"/>
              <a:t> </a:t>
            </a:r>
            <a:r>
              <a:rPr sz="1200" dirty="0" err="1"/>
              <a:t>future</a:t>
            </a:r>
            <a:r>
              <a:rPr sz="1200" dirty="0"/>
              <a:t> </a:t>
            </a:r>
            <a:r>
              <a:rPr sz="1200" dirty="0" err="1"/>
              <a:t>recruitment</a:t>
            </a:r>
            <a:r>
              <a:rPr sz="1200" dirty="0"/>
              <a:t> </a:t>
            </a:r>
            <a:r>
              <a:rPr sz="1200" dirty="0" err="1"/>
              <a:t>waves</a:t>
            </a:r>
            <a:endParaRPr sz="1200" dirty="0"/>
          </a:p>
          <a:p>
            <a:pPr marL="192881" indent="-192881">
              <a:spcAft>
                <a:spcPts val="750"/>
              </a:spcAft>
              <a:buFont typeface="Arial"/>
              <a:buChar char="•"/>
            </a:pPr>
            <a:r>
              <a:rPr lang="en-US" altLang="zh-CN" sz="1200" dirty="0"/>
              <a:t>B</a:t>
            </a:r>
            <a:r>
              <a:rPr sz="1200" dirty="0"/>
              <a:t>ring in the </a:t>
            </a:r>
            <a:r>
              <a:rPr sz="1200" dirty="0" err="1"/>
              <a:t>video</a:t>
            </a:r>
            <a:r>
              <a:rPr sz="1200" dirty="0"/>
              <a:t>/</a:t>
            </a:r>
            <a:r>
              <a:rPr sz="1200" dirty="0" err="1"/>
              <a:t>gaze</a:t>
            </a:r>
            <a:r>
              <a:rPr sz="1200" dirty="0"/>
              <a:t> </a:t>
            </a:r>
            <a:r>
              <a:rPr sz="1200" dirty="0" err="1"/>
              <a:t>data</a:t>
            </a:r>
            <a:endParaRPr sz="1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40013" y="949503"/>
            <a:ext cx="6810364" cy="366126"/>
          </a:xfrm>
        </p:spPr>
        <p:txBody>
          <a:bodyPr/>
          <a:lstStyle/>
          <a:p>
            <a:r>
              <a:rPr sz="2000" dirty="0" err="1"/>
              <a:t>Where</a:t>
            </a:r>
            <a:r>
              <a:rPr sz="2000" dirty="0"/>
              <a:t> </a:t>
            </a:r>
            <a:r>
              <a:rPr sz="2000" dirty="0" err="1"/>
              <a:t>this</a:t>
            </a:r>
            <a:r>
              <a:rPr sz="2000" dirty="0"/>
              <a:t> </a:t>
            </a:r>
            <a:r>
              <a:rPr sz="2000" dirty="0" err="1"/>
              <a:t>could</a:t>
            </a:r>
            <a:r>
              <a:rPr sz="2000" dirty="0"/>
              <a:t> go </a:t>
            </a:r>
            <a:r>
              <a:rPr sz="2000" dirty="0" err="1"/>
              <a:t>next</a:t>
            </a:r>
            <a:endParaRPr sz="2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45720" rIns="0" bIns="45720" rtlCol="0" anchor="ctr"/>
          <a:lstStyle/>
          <a:p>
            <a:fld id="{CE58CB1E-F828-4F11-99E0-327109AF9DA4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29552-7482-A65E-A267-24E495304343}"/>
              </a:ext>
            </a:extLst>
          </p:cNvPr>
          <p:cNvSpPr txBox="1"/>
          <p:nvPr/>
        </p:nvSpPr>
        <p:spPr>
          <a:xfrm>
            <a:off x="454254" y="199764"/>
            <a:ext cx="2694774" cy="160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 dirty="0">
                <a:solidFill>
                  <a:schemeClr val="bg2"/>
                </a:solidFill>
              </a:rPr>
              <a:t>Limitation &amp; 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FDDF5-FD53-EB31-8EFF-8CA9BABE9AC5}"/>
              </a:ext>
            </a:extLst>
          </p:cNvPr>
          <p:cNvSpPr txBox="1"/>
          <p:nvPr/>
        </p:nvSpPr>
        <p:spPr>
          <a:xfrm>
            <a:off x="392965" y="1771621"/>
            <a:ext cx="3536688" cy="18959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7194" indent="-192881">
              <a:spcAft>
                <a:spcPts val="750"/>
              </a:spcAft>
              <a:buFont typeface="Arial"/>
              <a:buChar char="–"/>
            </a:pPr>
            <a:r>
              <a:rPr lang="en-US" sz="1200" dirty="0"/>
              <a:t>usable sample reduced to 32 of 48 participants</a:t>
            </a:r>
            <a:r>
              <a:rPr lang="zh-CN" altLang="en-US" sz="1200" dirty="0"/>
              <a:t> </a:t>
            </a:r>
            <a:endParaRPr lang="en-US" sz="1200" dirty="0"/>
          </a:p>
          <a:p>
            <a:pPr marL="407194" indent="-192881">
              <a:spcAft>
                <a:spcPts val="750"/>
              </a:spcAft>
              <a:buFont typeface="Arial"/>
              <a:buChar char="–"/>
            </a:pPr>
            <a:r>
              <a:rPr lang="en-US" sz="1200" dirty="0"/>
              <a:t>no gaze/video data to explain the </a:t>
            </a:r>
            <a:r>
              <a:rPr lang="en-US" sz="1200" dirty="0" err="1"/>
              <a:t>behaviou</a:t>
            </a:r>
            <a:r>
              <a:rPr lang="en-US" altLang="zh-CN" sz="1200" dirty="0" err="1"/>
              <a:t>r</a:t>
            </a:r>
            <a:endParaRPr lang="en-US" altLang="zh-CN" sz="1200" dirty="0"/>
          </a:p>
          <a:p>
            <a:pPr marL="407194" indent="-192881">
              <a:spcAft>
                <a:spcPts val="750"/>
              </a:spcAft>
              <a:buFont typeface="Arial"/>
              <a:buChar char="–"/>
            </a:pPr>
            <a:r>
              <a:rPr lang="en-US" sz="1200" dirty="0"/>
              <a:t>MISC treated as continuous though it is an ordinal scale</a:t>
            </a:r>
          </a:p>
          <a:p>
            <a:pPr marL="407194" indent="-192881">
              <a:spcAft>
                <a:spcPts val="750"/>
              </a:spcAft>
              <a:buFont typeface="Arial"/>
              <a:buChar char="–"/>
            </a:pPr>
            <a:r>
              <a:rPr lang="en-US" sz="1200" dirty="0"/>
              <a:t>primary measure chosen using the same data it was tested on</a:t>
            </a:r>
          </a:p>
          <a:p>
            <a:pPr>
              <a:lnSpc>
                <a:spcPct val="114000"/>
              </a:lnSpc>
            </a:pPr>
            <a:endParaRPr lang="en-US" sz="1200" dirty="0" err="1">
              <a:latin typeface="+mn-lt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969E9D5-80C0-08F6-0498-F019A313A205}"/>
              </a:ext>
            </a:extLst>
          </p:cNvPr>
          <p:cNvSpPr txBox="1">
            <a:spLocks/>
          </p:cNvSpPr>
          <p:nvPr/>
        </p:nvSpPr>
        <p:spPr>
          <a:xfrm>
            <a:off x="605821" y="949503"/>
            <a:ext cx="3626113" cy="366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zh-CN" sz="2000" dirty="0"/>
              <a:t>Limitation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32BC-833A-AD57-0F9B-8309FF58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B71572-E2D6-3CF4-240B-10127E4715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13" name="Titel 2">
            <a:extLst>
              <a:ext uri="{FF2B5EF4-FFF2-40B4-BE49-F238E27FC236}">
                <a16:creationId xmlns:a16="http://schemas.microsoft.com/office/drawing/2014/main" id="{7D079F25-37CB-684F-01A1-1E9B7E299AE3}"/>
              </a:ext>
            </a:extLst>
          </p:cNvPr>
          <p:cNvSpPr txBox="1">
            <a:spLocks/>
          </p:cNvSpPr>
          <p:nvPr/>
        </p:nvSpPr>
        <p:spPr>
          <a:xfrm>
            <a:off x="340439" y="177840"/>
            <a:ext cx="4814241" cy="366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de-DE" sz="1800"/>
              <a:t>References</a:t>
            </a:r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35B22-C466-A5EF-CF59-E7C483E84E62}"/>
              </a:ext>
            </a:extLst>
          </p:cNvPr>
          <p:cNvSpPr txBox="1"/>
          <p:nvPr/>
        </p:nvSpPr>
        <p:spPr>
          <a:xfrm>
            <a:off x="236112" y="888929"/>
            <a:ext cx="851001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-2160000" algn="just">
              <a:lnSpc>
                <a:spcPct val="100000"/>
              </a:lnSpc>
              <a:spcBef>
                <a:spcPts val="600"/>
              </a:spcBef>
              <a:buNone/>
              <a:tabLst>
                <a:tab pos="540385" algn="l"/>
              </a:tabLst>
            </a:pP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Abadi, M. G., Hurwitz, D. S., Sheth, M., McCormack, E., &amp; Goodchild, A. (2019). Factors impacting bicyclist lateral position and velocity in proximity to commercial vehicle loading zones: Application of a bicycling simulator.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Accident Analysis &amp; Prevention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125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29–39. https://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doi.org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/https://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doi.org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/10.1016/j.aap.2019.01.024</a:t>
            </a:r>
            <a:endParaRPr lang="en-US" sz="900" dirty="0">
              <a:effectLst/>
              <a:latin typeface="Arial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-2160000" algn="just">
              <a:lnSpc>
                <a:spcPct val="100000"/>
              </a:lnSpc>
              <a:spcBef>
                <a:spcPts val="600"/>
              </a:spcBef>
              <a:buNone/>
              <a:tabLst>
                <a:tab pos="540385" algn="l"/>
              </a:tabLst>
            </a:pP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Bos, J. E., MacKinnon, S. N., &amp; Patterson, A. (2005). Motion sickness symptoms in a ship motion simulator: Effects of inside, outside, and no view.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Aviation, Space, and Environmental Medicine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76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(12), 1111–1118.</a:t>
            </a:r>
          </a:p>
          <a:p>
            <a:pPr indent="-2160000" algn="just">
              <a:spcBef>
                <a:spcPts val="600"/>
              </a:spcBef>
              <a:tabLst>
                <a:tab pos="540385" algn="l"/>
              </a:tabLst>
            </a:pPr>
            <a:r>
              <a:rPr lang="en-US" sz="900" dirty="0" err="1"/>
              <a:t>Flaticon</a:t>
            </a:r>
            <a:r>
              <a:rPr lang="en-US" sz="900" dirty="0"/>
              <a:t>. (n.d.). </a:t>
            </a:r>
            <a:r>
              <a:rPr lang="en-US" sz="900" i="1" dirty="0"/>
              <a:t>Free icons and stickers</a:t>
            </a:r>
            <a:r>
              <a:rPr lang="en-US" sz="900" dirty="0"/>
              <a:t> [Icon library]. </a:t>
            </a:r>
            <a:r>
              <a:rPr lang="en-US" sz="900" dirty="0" err="1"/>
              <a:t>Freepik</a:t>
            </a:r>
            <a:r>
              <a:rPr lang="en-US" sz="900" dirty="0"/>
              <a:t> Company S.L.U. </a:t>
            </a:r>
            <a:endParaRPr lang="en-US" sz="900" dirty="0">
              <a:effectLst/>
              <a:latin typeface="Arial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-2160000" algn="just">
              <a:lnSpc>
                <a:spcPct val="100000"/>
              </a:lnSpc>
              <a:spcBef>
                <a:spcPts val="600"/>
              </a:spcBef>
              <a:buNone/>
              <a:tabLst>
                <a:tab pos="540385" algn="l"/>
              </a:tabLst>
            </a:pP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Guo, X., Tavakoli, A., Angulo, A., 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Robartes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E., Chen, T. D., &amp; Heydarian, A. (2023). Psycho-physiological measures on a bicycle simulator in immersive virtual environments: How protected/curbside bike lanes may improve perceived safety.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Transportation Research Part F: Traffic Psychology and </a:t>
            </a:r>
            <a:r>
              <a:rPr lang="en-US" sz="900" i="1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Behaviour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92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317–336. https://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doi.org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/10.1016/j.trf.2022.11.015</a:t>
            </a:r>
            <a:endParaRPr lang="en-US" sz="900" dirty="0">
              <a:effectLst/>
              <a:latin typeface="Arial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-2160000" algn="just">
              <a:lnSpc>
                <a:spcPct val="100000"/>
              </a:lnSpc>
              <a:spcBef>
                <a:spcPts val="600"/>
              </a:spcBef>
              <a:buNone/>
              <a:tabLst>
                <a:tab pos="540385" algn="l"/>
              </a:tabLst>
            </a:pPr>
            <a:r>
              <a:rPr lang="de-DE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Huertas-Leyva, P., </a:t>
            </a:r>
            <a:r>
              <a:rPr lang="de-DE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Dozza</a:t>
            </a:r>
            <a:r>
              <a:rPr lang="de-DE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M., &amp; </a:t>
            </a:r>
            <a:r>
              <a:rPr lang="de-DE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Baldanzini</a:t>
            </a:r>
            <a:r>
              <a:rPr lang="de-DE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N. (2018). 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Investigating cycling kinematics and braking maneuvers in the real world: E-bikes make cyclists move faster, brake harder, and experience new conflicts.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Transportation Research Part F: Traffic Psychology and </a:t>
            </a:r>
            <a:r>
              <a:rPr lang="en-US" sz="900" i="1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Behaviour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54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211–222. https://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doi.org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/10.1016/j.trf.2018.02.008</a:t>
            </a:r>
            <a:endParaRPr lang="en-US" sz="900" dirty="0">
              <a:effectLst/>
              <a:latin typeface="Arial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-2160000" algn="just">
              <a:lnSpc>
                <a:spcPct val="100000"/>
              </a:lnSpc>
              <a:spcBef>
                <a:spcPts val="600"/>
              </a:spcBef>
              <a:buNone/>
              <a:tabLst>
                <a:tab pos="540385" algn="l"/>
              </a:tabLst>
            </a:pP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Jashami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H., Cobb, D., Sinkus, I., Liu, Y., McCormack, E., Goodchild, A., &amp; Hurwitz, D. (2024). Evaluation of bicyclist physiological response and visual attention in commercial vehicle loading zones.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Journal of Safety Research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88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313–325. https://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doi.org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/10.1016/j.jsr.2023.11.018</a:t>
            </a:r>
            <a:endParaRPr lang="en-US" sz="900" dirty="0">
              <a:effectLst/>
              <a:latin typeface="Arial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-2160000" algn="just">
              <a:lnSpc>
                <a:spcPct val="100000"/>
              </a:lnSpc>
              <a:spcBef>
                <a:spcPts val="600"/>
              </a:spcBef>
              <a:buNone/>
              <a:tabLst>
                <a:tab pos="540385" algn="l"/>
              </a:tabLst>
            </a:pP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Kaß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C., Schoch, S., Naujoks, F., Hergeth, S., Stemmler, T., Keinath, A., &amp; 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Keukum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A. (2020). Using a Bicycle Simulator to Examine the Effects of External HMI on Behavior of Vulnerable Interaction Partners of Automated Vehicles.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Proceedings of the Driving Simulation Conference 2020 Europe VR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157–164.</a:t>
            </a:r>
          </a:p>
          <a:p>
            <a:pPr indent="-2160000" algn="just">
              <a:spcBef>
                <a:spcPts val="600"/>
              </a:spcBef>
              <a:tabLst>
                <a:tab pos="540385" algn="l"/>
              </a:tabLst>
            </a:pPr>
            <a:r>
              <a:rPr lang="en-US" sz="900" dirty="0" err="1"/>
              <a:t>Pechinger</a:t>
            </a:r>
            <a:r>
              <a:rPr lang="en-US" sz="900" dirty="0"/>
              <a:t>, M., &amp; Lindner, J. (2024). </a:t>
            </a:r>
            <a:r>
              <a:rPr lang="en-US" sz="900" dirty="0" err="1"/>
              <a:t>Sumonity</a:t>
            </a:r>
            <a:r>
              <a:rPr lang="en-US" sz="900" dirty="0"/>
              <a:t>: Bridging SUMO and Unity for enhanced traffic simulation experiences. </a:t>
            </a:r>
            <a:r>
              <a:rPr lang="en-US" sz="900" i="1" dirty="0"/>
              <a:t>SUMO Conference Proceedings, 5</a:t>
            </a:r>
            <a:r>
              <a:rPr lang="en-US" sz="900" dirty="0"/>
              <a:t>, 163–177. </a:t>
            </a:r>
            <a:endParaRPr lang="en-US" sz="900" dirty="0">
              <a:effectLst/>
              <a:latin typeface="Arial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-2160000" algn="just">
              <a:lnSpc>
                <a:spcPct val="100000"/>
              </a:lnSpc>
              <a:spcBef>
                <a:spcPts val="600"/>
              </a:spcBef>
              <a:buNone/>
              <a:tabLst>
                <a:tab pos="540385" algn="l"/>
              </a:tabLst>
            </a:pPr>
            <a:r>
              <a:rPr lang="de-DE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Zheng, T., </a:t>
            </a:r>
            <a:r>
              <a:rPr lang="de-DE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Pechinger</a:t>
            </a:r>
            <a:r>
              <a:rPr lang="de-DE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, M., Lindner, J., &amp; Bogenberger, K. (2025, September 26). </a:t>
            </a:r>
            <a:r>
              <a:rPr lang="en-US" sz="900" i="1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Validating Bicycle Simulators Active Steering in a CAVE Virtual-Reality environment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. https://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doi.org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/10.82157/</a:t>
            </a:r>
            <a:r>
              <a:rPr lang="en-US" sz="900" dirty="0" err="1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dsa</a:t>
            </a:r>
            <a:r>
              <a:rPr lang="en-US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/2025/21</a:t>
            </a:r>
            <a:endParaRPr lang="en-US" sz="900" dirty="0">
              <a:effectLst/>
              <a:latin typeface="Arial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-2160000" algn="just">
              <a:lnSpc>
                <a:spcPct val="100000"/>
              </a:lnSpc>
              <a:spcBef>
                <a:spcPts val="600"/>
              </a:spcBef>
              <a:buNone/>
              <a:tabLst>
                <a:tab pos="540385" algn="l"/>
              </a:tabLst>
            </a:pPr>
            <a:r>
              <a:rPr lang="en-GB" sz="900" dirty="0">
                <a:effectLst/>
                <a:latin typeface="Arial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GB" sz="900" dirty="0">
                <a:effectLst/>
                <a:latin typeface="Arial" charset="0"/>
                <a:ea typeface="SimSun" panose="02010600030101010101" pitchFamily="2" charset="-122"/>
                <a:cs typeface="Times New Roman" panose="02020603050405020304" pitchFamily="18" charset="0"/>
              </a:rPr>
              <a:t>Zafar, A. (2026). Investigating look-ahead points of cyclists in a bicycle simulator [Unpublished master’s thesis]. Technical University of Munich, Chair of Traffic Engineering and Control.</a:t>
            </a:r>
            <a:endParaRPr lang="en-US" sz="900" dirty="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898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4EA1-EAEC-4643-9A3A-F5673AC1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 for your attention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9F226F-B14F-4505-9743-DBE14600FB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CE58CB1E-F828-4F11-99E0-327109AF9DA4}" type="slidenum">
              <a:rPr>
                <a:solidFill>
                  <a:prstClr val="white"/>
                </a:solidFill>
                <a:latin typeface="Arial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30</a:t>
            </a:fld>
            <a:endParaRPr>
              <a:solidFill>
                <a:prstClr val="white"/>
              </a:solidFill>
              <a:latin typeface="Arial"/>
              <a:cs typeface="+mn-cs"/>
            </a:endParaRP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3C9E7CD3-EC00-4A96-A549-2C2A3ED151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CE58CB1E-F828-4F11-99E0-327109AF9DA4}" type="slidenum">
              <a:rPr>
                <a:solidFill>
                  <a:prstClr val="white"/>
                </a:solidFill>
                <a:latin typeface="Arial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30</a:t>
            </a:fld>
            <a:endParaRPr>
              <a:solidFill>
                <a:prstClr val="white"/>
              </a:solidFill>
              <a:latin typeface="Arial"/>
              <a:cs typeface="+mn-cs"/>
            </a:endParaRPr>
          </a:p>
        </p:txBody>
      </p:sp>
      <p:sp>
        <p:nvSpPr>
          <p:cNvPr id="9" name="Fußzeilenplatzhalter 6">
            <a:extLst>
              <a:ext uri="{FF2B5EF4-FFF2-40B4-BE49-F238E27FC236}">
                <a16:creationId xmlns:a16="http://schemas.microsoft.com/office/drawing/2014/main" id="{684CA858-B343-48A2-BD87-BEC07FB9145D}"/>
              </a:ext>
            </a:extLst>
          </p:cNvPr>
          <p:cNvSpPr>
            <a:spLocks noGrp="1"/>
          </p:cNvSpPr>
          <p:nvPr>
            <p:ph type="ftr" idx="13"/>
          </p:nvPr>
        </p:nvSpPr>
        <p:spPr>
          <a:xfrm>
            <a:off x="310654" y="4718069"/>
            <a:ext cx="6464280" cy="273844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prstClr val="white"/>
                </a:solidFill>
                <a:latin typeface="Arial"/>
                <a:cs typeface="+mn-cs"/>
              </a:rPr>
              <a:t>Xiaoting Deng · Kriti Shrestha  |</a:t>
            </a:r>
            <a:r>
              <a:rPr lang="zh-CN" altLang="en-US" sz="800" dirty="0">
                <a:solidFill>
                  <a:prstClr val="white"/>
                </a:solidFill>
                <a:latin typeface="Arial"/>
                <a:cs typeface="+mn-cs"/>
              </a:rPr>
              <a:t>  </a:t>
            </a:r>
            <a:r>
              <a:rPr lang="en-US" altLang="zh-CN" sz="800" dirty="0">
                <a:solidFill>
                  <a:prstClr val="white"/>
                </a:solidFill>
                <a:latin typeface="Arial"/>
                <a:cs typeface="+mn-cs"/>
              </a:rPr>
              <a:t>Experimental Studies on Testbeds and Simulators</a:t>
            </a:r>
            <a:r>
              <a:rPr lang="zh-CN" altLang="en-US" sz="800" dirty="0">
                <a:solidFill>
                  <a:prstClr val="white"/>
                </a:solidFill>
                <a:latin typeface="Arial"/>
                <a:cs typeface="+mn-cs"/>
              </a:rPr>
              <a:t>  </a:t>
            </a:r>
            <a:r>
              <a:rPr lang="en-US" sz="800" dirty="0">
                <a:solidFill>
                  <a:prstClr val="white"/>
                </a:solidFill>
                <a:latin typeface="Arial"/>
              </a:rPr>
              <a:t> |</a:t>
            </a:r>
            <a:r>
              <a:rPr lang="en-US" altLang="zh-CN" sz="800" dirty="0">
                <a:solidFill>
                  <a:prstClr val="white"/>
                </a:solidFill>
                <a:latin typeface="Arial"/>
              </a:rPr>
              <a:t> </a:t>
            </a:r>
            <a:r>
              <a:rPr lang="zh-CN" altLang="en-US" sz="800" dirty="0">
                <a:solidFill>
                  <a:prstClr val="white"/>
                </a:solidFill>
                <a:latin typeface="Arial"/>
              </a:rPr>
              <a:t>  </a:t>
            </a:r>
            <a:r>
              <a:rPr lang="en-US" altLang="zh-CN" sz="800" dirty="0">
                <a:solidFill>
                  <a:prstClr val="white"/>
                </a:solidFill>
                <a:latin typeface="Arial"/>
              </a:rPr>
              <a:t>27.08.2026</a:t>
            </a:r>
            <a:endParaRPr lang="en-US" altLang="zh-CN" sz="800" dirty="0">
              <a:solidFill>
                <a:prstClr val="white"/>
              </a:solidFill>
              <a:latin typeface="Arial"/>
              <a:cs typeface="+mn-cs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prstClr val="white"/>
              </a:solidFill>
              <a:latin typeface="Arial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A70981-FC1A-E86E-2EA9-1214D9B3664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9089" y="1484046"/>
            <a:ext cx="4537116" cy="955594"/>
          </a:xfrm>
        </p:spPr>
        <p:txBody>
          <a:bodyPr/>
          <a:lstStyle/>
          <a:p>
            <a:r>
              <a:rPr lang="en-US" sz="1800" b="1" dirty="0"/>
              <a:t>Investigating cyclists’ speed responses and steering-related simulator sickness</a:t>
            </a:r>
          </a:p>
          <a:p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CAVE bicycle simulator study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9131802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1E03A00F-5A34-475F-BA84-E2EBED434790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008B5212-AD15-4DA8-AB6C-182350FFA4EA}"/>
    </a:ext>
  </a:extLst>
</a:theme>
</file>

<file path=ppt/theme/theme3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94C99F27-547F-408F-8FEB-51CB360826DB}"/>
    </a:ext>
  </a:extLst>
</a:theme>
</file>

<file path=ppt/theme/theme4.xml><?xml version="1.0" encoding="utf-8"?>
<a:theme xmlns:a="http://schemas.openxmlformats.org/drawingml/2006/main" name="1_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2111_Praesentationsvorlage_16-9</Template>
  <TotalTime>936</TotalTime>
  <Words>4045</Words>
  <Application>Microsoft Macintosh PowerPoint</Application>
  <PresentationFormat>On-screen Show (16:9)</PresentationFormat>
  <Paragraphs>486</Paragraphs>
  <Slides>30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Calibri</vt:lpstr>
      <vt:lpstr>Cambria Math</vt:lpstr>
      <vt:lpstr>Courier New</vt:lpstr>
      <vt:lpstr>Symbol</vt:lpstr>
      <vt:lpstr>Wingdings</vt:lpstr>
      <vt:lpstr>Titel 1</vt:lpstr>
      <vt:lpstr>Titel 2</vt:lpstr>
      <vt:lpstr>Inhalt</vt:lpstr>
      <vt:lpstr>1_Titel 2</vt:lpstr>
      <vt:lpstr>Investigating cyclists’ speed responses and steering-related simulator sickness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Steering as a signal of sickness</vt:lpstr>
      <vt:lpstr>What “steering wobble” means</vt:lpstr>
      <vt:lpstr>Comparing rides of different lengths fairly</vt:lpstr>
      <vt:lpstr>PowerPoint Presentation</vt:lpstr>
      <vt:lpstr>The data at a glance</vt:lpstr>
      <vt:lpstr>PowerPoint Presentation</vt:lpstr>
      <vt:lpstr>PowerPoint Presentation</vt:lpstr>
      <vt:lpstr>PowerPoint Presentation</vt:lpstr>
      <vt:lpstr>PowerPoint Presentation</vt:lpstr>
      <vt:lpstr>Sickness is mostly a trait of the person, not the drive</vt:lpstr>
      <vt:lpstr>The steering signal appears only later in a drive</vt:lpstr>
      <vt:lpstr>Confirmed: steering wobble tracks a rider’s own sickness</vt:lpstr>
      <vt:lpstr>What the steering result means</vt:lpstr>
      <vt:lpstr>PowerPoint Presentation</vt:lpstr>
      <vt:lpstr>Where this could go next</vt:lpstr>
      <vt:lpstr>PowerPoint Presentation</vt:lpstr>
      <vt:lpstr>Thank you for your attention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Bicycle Parking: A case study in Wolfratshausen</dc:title>
  <dc:creator>Eirini Triantafillidi</dc:creator>
  <cp:lastModifiedBy>Xiaoting Deng</cp:lastModifiedBy>
  <cp:revision>1</cp:revision>
  <cp:lastPrinted>2015-07-30T14:04:45Z</cp:lastPrinted>
  <dcterms:created xsi:type="dcterms:W3CDTF">2025-01-28T08:11:08Z</dcterms:created>
  <dcterms:modified xsi:type="dcterms:W3CDTF">2026-08-27T14:07:15Z</dcterms:modified>
</cp:coreProperties>
</file>